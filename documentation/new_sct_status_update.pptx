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96" r:id="rId4"/>
  </p:sldMasterIdLst>
  <p:notesMasterIdLst>
    <p:notesMasterId r:id="rId20"/>
  </p:notesMasterIdLst>
  <p:sldIdLst>
    <p:sldId id="306" r:id="rId5"/>
    <p:sldId id="304" r:id="rId6"/>
    <p:sldId id="317" r:id="rId7"/>
    <p:sldId id="324" r:id="rId8"/>
    <p:sldId id="327" r:id="rId9"/>
    <p:sldId id="313" r:id="rId10"/>
    <p:sldId id="321" r:id="rId11"/>
    <p:sldId id="328" r:id="rId12"/>
    <p:sldId id="322" r:id="rId13"/>
    <p:sldId id="323" r:id="rId14"/>
    <p:sldId id="319" r:id="rId15"/>
    <p:sldId id="325" r:id="rId16"/>
    <p:sldId id="326" r:id="rId17"/>
    <p:sldId id="316" r:id="rId18"/>
    <p:sldId id="312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788C4441-DE7E-4315-A673-D335A4D9628A}">
          <p14:sldIdLst>
            <p14:sldId id="306"/>
          </p14:sldIdLst>
        </p14:section>
        <p14:section name="Architecture" id="{7BC273E3-CCCD-4957-A7BE-79FF3A7EAC15}">
          <p14:sldIdLst>
            <p14:sldId id="304"/>
            <p14:sldId id="317"/>
            <p14:sldId id="324"/>
            <p14:sldId id="327"/>
          </p14:sldIdLst>
        </p14:section>
        <p14:section name="Status" id="{118867AC-21EE-4AB5-8614-4B587055178F}">
          <p14:sldIdLst>
            <p14:sldId id="313"/>
            <p14:sldId id="321"/>
            <p14:sldId id="328"/>
          </p14:sldIdLst>
        </p14:section>
        <p14:section name="Information Needed" id="{FF477CC1-6478-4628-AAF0-A09AAB0E0F10}">
          <p14:sldIdLst>
            <p14:sldId id="322"/>
            <p14:sldId id="323"/>
            <p14:sldId id="319"/>
            <p14:sldId id="325"/>
            <p14:sldId id="326"/>
          </p14:sldIdLst>
        </p14:section>
        <p14:section name="Appendix" id="{0A6F93D4-47F6-40A5-94A0-FB600BDBC851}">
          <p14:sldIdLst>
            <p14:sldId id="316"/>
            <p14:sldId id="312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1392" userDrawn="1">
          <p15:clr>
            <a:srgbClr val="A4A3A4"/>
          </p15:clr>
        </p15:guide>
        <p15:guide id="2" pos="7056" userDrawn="1">
          <p15:clr>
            <a:srgbClr val="A4A3A4"/>
          </p15:clr>
        </p15:guide>
        <p15:guide id="3" orient="horz" pos="3168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84967" autoAdjust="0"/>
  </p:normalViewPr>
  <p:slideViewPr>
    <p:cSldViewPr snapToGrid="0">
      <p:cViewPr varScale="1">
        <p:scale>
          <a:sx n="111" d="100"/>
          <a:sy n="111" d="100"/>
        </p:scale>
        <p:origin x="594" y="96"/>
      </p:cViewPr>
      <p:guideLst>
        <p:guide orient="horz" pos="1392"/>
        <p:guide pos="7056"/>
        <p:guide orient="horz" pos="3168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customXml" Target="../customXml/item3.xml"/><Relationship Id="rId21" Type="http://schemas.openxmlformats.org/officeDocument/2006/relationships/presProps" Target="pres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microsoft.com/office/2018/10/relationships/authors" Target="author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notesMaster" Target="notesMasters/notes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EA28068-AFBD-4979-B752-9EB6F90B1386}" type="datetimeFigureOut">
              <a:rPr lang="en-US" smtClean="0"/>
              <a:t>12/4/2023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5939589-3E79-4C82-AA4A-FE78234FAA5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949689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640AAD-80AF-40E7-BE3F-43D32FC68E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l">
              <a:defRPr sz="6000" b="1" i="0" cap="all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C80FBD9-0977-4B2B-9318-30774BB0947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l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1B787A8-0D67-4B7E-9B48-86BD906AB6B5}"/>
              </a:ext>
            </a:extLst>
          </p:cNvPr>
          <p:cNvCxnSpPr>
            <a:cxnSpLocks/>
          </p:cNvCxnSpPr>
          <p:nvPr/>
        </p:nvCxnSpPr>
        <p:spPr>
          <a:xfrm>
            <a:off x="715890" y="1114050"/>
            <a:ext cx="0" cy="5735637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997802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2 Slide">
    <p:bg>
      <p:bgPr>
        <a:gradFill>
          <a:gsLst>
            <a:gs pos="100000">
              <a:schemeClr val="accent4"/>
            </a:gs>
            <a:gs pos="0">
              <a:schemeClr val="accent2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640AAD-80AF-40E7-BE3F-43D32FC68E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98448" y="594360"/>
            <a:ext cx="6272784" cy="2843784"/>
          </a:xfrm>
        </p:spPr>
        <p:txBody>
          <a:bodyPr anchor="b"/>
          <a:lstStyle>
            <a:lvl1pPr algn="l">
              <a:defRPr sz="5400" b="1" i="0" cap="all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C80FBD9-0977-4B2B-9318-30774BB0947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641848" y="4700016"/>
            <a:ext cx="5093208" cy="1197864"/>
          </a:xfrm>
        </p:spPr>
        <p:txBody>
          <a:bodyPr>
            <a:normAutofit/>
          </a:bodyPr>
          <a:lstStyle>
            <a:lvl1pPr marL="0" indent="0" algn="r">
              <a:buNone/>
              <a:defRPr sz="20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E825845-66DD-4B77-A729-CD97D156FE6C}"/>
              </a:ext>
            </a:extLst>
          </p:cNvPr>
          <p:cNvCxnSpPr>
            <a:cxnSpLocks/>
          </p:cNvCxnSpPr>
          <p:nvPr userDrawn="1"/>
        </p:nvCxnSpPr>
        <p:spPr>
          <a:xfrm>
            <a:off x="1301262" y="3496322"/>
            <a:ext cx="0" cy="3352800"/>
          </a:xfrm>
          <a:prstGeom prst="line">
            <a:avLst/>
          </a:prstGeom>
          <a:ln w="25400" cap="sq">
            <a:solidFill>
              <a:schemeClr val="bg1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Graphic 12">
            <a:extLst>
              <a:ext uri="{FF2B5EF4-FFF2-40B4-BE49-F238E27FC236}">
                <a16:creationId xmlns:a16="http://schemas.microsoft.com/office/drawing/2014/main" id="{818B4386-1FCF-4ACE-BE25-AF9CC5E2256F}"/>
              </a:ext>
            </a:extLst>
          </p:cNvPr>
          <p:cNvSpPr/>
          <p:nvPr userDrawn="1"/>
        </p:nvSpPr>
        <p:spPr>
          <a:xfrm>
            <a:off x="8217780" y="2973840"/>
            <a:ext cx="91138" cy="91138"/>
          </a:xfrm>
          <a:custGeom>
            <a:avLst/>
            <a:gdLst>
              <a:gd name="connsiteX0" fmla="*/ 91138 w 91138"/>
              <a:gd name="connsiteY0" fmla="*/ 45569 h 91138"/>
              <a:gd name="connsiteX1" fmla="*/ 45569 w 91138"/>
              <a:gd name="connsiteY1" fmla="*/ 91138 h 91138"/>
              <a:gd name="connsiteX2" fmla="*/ 0 w 91138"/>
              <a:gd name="connsiteY2" fmla="*/ 45569 h 91138"/>
              <a:gd name="connsiteX3" fmla="*/ 45569 w 91138"/>
              <a:gd name="connsiteY3" fmla="*/ 0 h 91138"/>
              <a:gd name="connsiteX4" fmla="*/ 91138 w 91138"/>
              <a:gd name="connsiteY4" fmla="*/ 45569 h 91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38" h="91138">
                <a:moveTo>
                  <a:pt x="91138" y="45569"/>
                </a:moveTo>
                <a:cubicBezTo>
                  <a:pt x="91138" y="70736"/>
                  <a:pt x="70736" y="91138"/>
                  <a:pt x="45569" y="91138"/>
                </a:cubicBezTo>
                <a:cubicBezTo>
                  <a:pt x="20402" y="91138"/>
                  <a:pt x="0" y="70736"/>
                  <a:pt x="0" y="45569"/>
                </a:cubicBezTo>
                <a:cubicBezTo>
                  <a:pt x="0" y="20402"/>
                  <a:pt x="20402" y="0"/>
                  <a:pt x="45569" y="0"/>
                </a:cubicBezTo>
                <a:cubicBezTo>
                  <a:pt x="70736" y="0"/>
                  <a:pt x="91138" y="20402"/>
                  <a:pt x="91138" y="45569"/>
                </a:cubicBezTo>
                <a:close/>
              </a:path>
            </a:pathLst>
          </a:custGeom>
          <a:solidFill>
            <a:schemeClr val="bg1"/>
          </a:solidFill>
          <a:ln w="422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Graphic 13">
            <a:extLst>
              <a:ext uri="{FF2B5EF4-FFF2-40B4-BE49-F238E27FC236}">
                <a16:creationId xmlns:a16="http://schemas.microsoft.com/office/drawing/2014/main" id="{19319560-50ED-4963-A2CF-74663239D426}"/>
              </a:ext>
            </a:extLst>
          </p:cNvPr>
          <p:cNvSpPr/>
          <p:nvPr userDrawn="1"/>
        </p:nvSpPr>
        <p:spPr>
          <a:xfrm>
            <a:off x="7859002" y="2744546"/>
            <a:ext cx="139038" cy="139038"/>
          </a:xfrm>
          <a:custGeom>
            <a:avLst/>
            <a:gdLst>
              <a:gd name="connsiteX0" fmla="*/ 129601 w 139038"/>
              <a:gd name="connsiteY0" fmla="*/ 60082 h 139038"/>
              <a:gd name="connsiteX1" fmla="*/ 78956 w 139038"/>
              <a:gd name="connsiteY1" fmla="*/ 60082 h 139038"/>
              <a:gd name="connsiteX2" fmla="*/ 78956 w 139038"/>
              <a:gd name="connsiteY2" fmla="*/ 9437 h 139038"/>
              <a:gd name="connsiteX3" fmla="*/ 69519 w 139038"/>
              <a:gd name="connsiteY3" fmla="*/ 0 h 139038"/>
              <a:gd name="connsiteX4" fmla="*/ 60082 w 139038"/>
              <a:gd name="connsiteY4" fmla="*/ 9437 h 139038"/>
              <a:gd name="connsiteX5" fmla="*/ 60082 w 139038"/>
              <a:gd name="connsiteY5" fmla="*/ 60082 h 139038"/>
              <a:gd name="connsiteX6" fmla="*/ 9437 w 139038"/>
              <a:gd name="connsiteY6" fmla="*/ 60082 h 139038"/>
              <a:gd name="connsiteX7" fmla="*/ 0 w 139038"/>
              <a:gd name="connsiteY7" fmla="*/ 69519 h 139038"/>
              <a:gd name="connsiteX8" fmla="*/ 9437 w 139038"/>
              <a:gd name="connsiteY8" fmla="*/ 78956 h 139038"/>
              <a:gd name="connsiteX9" fmla="*/ 60082 w 139038"/>
              <a:gd name="connsiteY9" fmla="*/ 78956 h 139038"/>
              <a:gd name="connsiteX10" fmla="*/ 60082 w 139038"/>
              <a:gd name="connsiteY10" fmla="*/ 129601 h 139038"/>
              <a:gd name="connsiteX11" fmla="*/ 69519 w 139038"/>
              <a:gd name="connsiteY11" fmla="*/ 139038 h 139038"/>
              <a:gd name="connsiteX12" fmla="*/ 78956 w 139038"/>
              <a:gd name="connsiteY12" fmla="*/ 129601 h 139038"/>
              <a:gd name="connsiteX13" fmla="*/ 78956 w 139038"/>
              <a:gd name="connsiteY13" fmla="*/ 78956 h 139038"/>
              <a:gd name="connsiteX14" fmla="*/ 129601 w 139038"/>
              <a:gd name="connsiteY14" fmla="*/ 78956 h 139038"/>
              <a:gd name="connsiteX15" fmla="*/ 139038 w 139038"/>
              <a:gd name="connsiteY15" fmla="*/ 69519 h 139038"/>
              <a:gd name="connsiteX16" fmla="*/ 129601 w 139038"/>
              <a:gd name="connsiteY16" fmla="*/ 60082 h 1390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39038" h="139038">
                <a:moveTo>
                  <a:pt x="129601" y="60082"/>
                </a:moveTo>
                <a:lnTo>
                  <a:pt x="78956" y="60082"/>
                </a:lnTo>
                <a:lnTo>
                  <a:pt x="78956" y="9437"/>
                </a:lnTo>
                <a:cubicBezTo>
                  <a:pt x="78956" y="4225"/>
                  <a:pt x="74731" y="0"/>
                  <a:pt x="69519" y="0"/>
                </a:cubicBezTo>
                <a:cubicBezTo>
                  <a:pt x="64307" y="0"/>
                  <a:pt x="60082" y="4225"/>
                  <a:pt x="60082" y="9437"/>
                </a:cubicBezTo>
                <a:lnTo>
                  <a:pt x="60082" y="60082"/>
                </a:lnTo>
                <a:lnTo>
                  <a:pt x="9437" y="60082"/>
                </a:lnTo>
                <a:cubicBezTo>
                  <a:pt x="4225" y="60082"/>
                  <a:pt x="0" y="64307"/>
                  <a:pt x="0" y="69519"/>
                </a:cubicBezTo>
                <a:cubicBezTo>
                  <a:pt x="0" y="74731"/>
                  <a:pt x="4225" y="78956"/>
                  <a:pt x="9437" y="78956"/>
                </a:cubicBezTo>
                <a:lnTo>
                  <a:pt x="60082" y="78956"/>
                </a:lnTo>
                <a:lnTo>
                  <a:pt x="60082" y="129601"/>
                </a:lnTo>
                <a:cubicBezTo>
                  <a:pt x="60082" y="134813"/>
                  <a:pt x="64307" y="139038"/>
                  <a:pt x="69519" y="139038"/>
                </a:cubicBezTo>
                <a:cubicBezTo>
                  <a:pt x="74731" y="139038"/>
                  <a:pt x="78956" y="134813"/>
                  <a:pt x="78956" y="129601"/>
                </a:cubicBezTo>
                <a:lnTo>
                  <a:pt x="78956" y="78956"/>
                </a:lnTo>
                <a:lnTo>
                  <a:pt x="129601" y="78956"/>
                </a:lnTo>
                <a:cubicBezTo>
                  <a:pt x="134813" y="78956"/>
                  <a:pt x="139038" y="74731"/>
                  <a:pt x="139038" y="69519"/>
                </a:cubicBezTo>
                <a:cubicBezTo>
                  <a:pt x="139038" y="64307"/>
                  <a:pt x="134813" y="60082"/>
                  <a:pt x="129601" y="60082"/>
                </a:cubicBezTo>
                <a:close/>
              </a:path>
            </a:pathLst>
          </a:custGeom>
          <a:solidFill>
            <a:schemeClr val="bg1"/>
          </a:solidFill>
          <a:ln w="603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Graphic 15">
            <a:extLst>
              <a:ext uri="{FF2B5EF4-FFF2-40B4-BE49-F238E27FC236}">
                <a16:creationId xmlns:a16="http://schemas.microsoft.com/office/drawing/2014/main" id="{E5ABBDAD-943D-48F3-9C80-B29C48966C79}"/>
              </a:ext>
            </a:extLst>
          </p:cNvPr>
          <p:cNvSpPr/>
          <p:nvPr userDrawn="1"/>
        </p:nvSpPr>
        <p:spPr>
          <a:xfrm>
            <a:off x="7843462" y="3198265"/>
            <a:ext cx="127713" cy="127713"/>
          </a:xfrm>
          <a:custGeom>
            <a:avLst/>
            <a:gdLst>
              <a:gd name="connsiteX0" fmla="*/ 63857 w 127713"/>
              <a:gd name="connsiteY0" fmla="*/ 18874 h 127713"/>
              <a:gd name="connsiteX1" fmla="*/ 108839 w 127713"/>
              <a:gd name="connsiteY1" fmla="*/ 63857 h 127713"/>
              <a:gd name="connsiteX2" fmla="*/ 63857 w 127713"/>
              <a:gd name="connsiteY2" fmla="*/ 108839 h 127713"/>
              <a:gd name="connsiteX3" fmla="*/ 18874 w 127713"/>
              <a:gd name="connsiteY3" fmla="*/ 63857 h 127713"/>
              <a:gd name="connsiteX4" fmla="*/ 63857 w 127713"/>
              <a:gd name="connsiteY4" fmla="*/ 18874 h 127713"/>
              <a:gd name="connsiteX5" fmla="*/ 63857 w 127713"/>
              <a:gd name="connsiteY5" fmla="*/ 0 h 127713"/>
              <a:gd name="connsiteX6" fmla="*/ 0 w 127713"/>
              <a:gd name="connsiteY6" fmla="*/ 63857 h 127713"/>
              <a:gd name="connsiteX7" fmla="*/ 63857 w 127713"/>
              <a:gd name="connsiteY7" fmla="*/ 127713 h 127713"/>
              <a:gd name="connsiteX8" fmla="*/ 127713 w 127713"/>
              <a:gd name="connsiteY8" fmla="*/ 63857 h 127713"/>
              <a:gd name="connsiteX9" fmla="*/ 63857 w 127713"/>
              <a:gd name="connsiteY9" fmla="*/ 0 h 1277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7713" h="127713">
                <a:moveTo>
                  <a:pt x="63857" y="18874"/>
                </a:moveTo>
                <a:cubicBezTo>
                  <a:pt x="88700" y="18874"/>
                  <a:pt x="108839" y="39013"/>
                  <a:pt x="108839" y="63857"/>
                </a:cubicBezTo>
                <a:cubicBezTo>
                  <a:pt x="108839" y="88700"/>
                  <a:pt x="88700" y="108839"/>
                  <a:pt x="63857" y="108839"/>
                </a:cubicBezTo>
                <a:cubicBezTo>
                  <a:pt x="39013" y="108839"/>
                  <a:pt x="18874" y="88700"/>
                  <a:pt x="18874" y="63857"/>
                </a:cubicBezTo>
                <a:cubicBezTo>
                  <a:pt x="18898" y="39023"/>
                  <a:pt x="39023" y="18898"/>
                  <a:pt x="63857" y="18874"/>
                </a:cubicBezTo>
                <a:moveTo>
                  <a:pt x="63857" y="0"/>
                </a:moveTo>
                <a:cubicBezTo>
                  <a:pt x="28590" y="0"/>
                  <a:pt x="0" y="28590"/>
                  <a:pt x="0" y="63857"/>
                </a:cubicBezTo>
                <a:cubicBezTo>
                  <a:pt x="0" y="99124"/>
                  <a:pt x="28590" y="127713"/>
                  <a:pt x="63857" y="127713"/>
                </a:cubicBezTo>
                <a:cubicBezTo>
                  <a:pt x="99124" y="127713"/>
                  <a:pt x="127713" y="99124"/>
                  <a:pt x="127713" y="63857"/>
                </a:cubicBezTo>
                <a:cubicBezTo>
                  <a:pt x="127713" y="28590"/>
                  <a:pt x="99124" y="0"/>
                  <a:pt x="63857" y="0"/>
                </a:cubicBezTo>
                <a:close/>
              </a:path>
            </a:pathLst>
          </a:custGeom>
          <a:solidFill>
            <a:schemeClr val="bg1"/>
          </a:solidFill>
          <a:ln w="610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79060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Only">
    <p:bg>
      <p:bgPr>
        <a:gradFill>
          <a:gsLst>
            <a:gs pos="100000">
              <a:schemeClr val="accent4"/>
            </a:gs>
            <a:gs pos="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34120D15-E48C-4FBE-BB95-24DB36D9F458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366432" y="2530058"/>
            <a:ext cx="3707972" cy="3707971"/>
          </a:xfrm>
          <a:custGeom>
            <a:avLst/>
            <a:gdLst>
              <a:gd name="connsiteX0" fmla="*/ 1853986 w 3707972"/>
              <a:gd name="connsiteY0" fmla="*/ 0 h 3707971"/>
              <a:gd name="connsiteX1" fmla="*/ 3707972 w 3707972"/>
              <a:gd name="connsiteY1" fmla="*/ 1853986 h 3707971"/>
              <a:gd name="connsiteX2" fmla="*/ 2043545 w 3707972"/>
              <a:gd name="connsiteY2" fmla="*/ 3698400 h 3707971"/>
              <a:gd name="connsiteX3" fmla="*/ 1854006 w 3707972"/>
              <a:gd name="connsiteY3" fmla="*/ 3707971 h 3707971"/>
              <a:gd name="connsiteX4" fmla="*/ 1853966 w 3707972"/>
              <a:gd name="connsiteY4" fmla="*/ 3707971 h 3707971"/>
              <a:gd name="connsiteX5" fmla="*/ 1664427 w 3707972"/>
              <a:gd name="connsiteY5" fmla="*/ 3698400 h 3707971"/>
              <a:gd name="connsiteX6" fmla="*/ 0 w 3707972"/>
              <a:gd name="connsiteY6" fmla="*/ 1853986 h 3707971"/>
              <a:gd name="connsiteX7" fmla="*/ 1853986 w 3707972"/>
              <a:gd name="connsiteY7" fmla="*/ 0 h 37079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707972" h="3707971">
                <a:moveTo>
                  <a:pt x="1853986" y="0"/>
                </a:moveTo>
                <a:cubicBezTo>
                  <a:pt x="2877914" y="0"/>
                  <a:pt x="3707972" y="830058"/>
                  <a:pt x="3707972" y="1853986"/>
                </a:cubicBezTo>
                <a:cubicBezTo>
                  <a:pt x="3707972" y="2813919"/>
                  <a:pt x="2978429" y="3603458"/>
                  <a:pt x="2043545" y="3698400"/>
                </a:cubicBezTo>
                <a:lnTo>
                  <a:pt x="1854006" y="3707971"/>
                </a:lnTo>
                <a:lnTo>
                  <a:pt x="1853966" y="3707971"/>
                </a:lnTo>
                <a:lnTo>
                  <a:pt x="1664427" y="3698400"/>
                </a:lnTo>
                <a:cubicBezTo>
                  <a:pt x="729543" y="3603458"/>
                  <a:pt x="0" y="2813919"/>
                  <a:pt x="0" y="1853986"/>
                </a:cubicBezTo>
                <a:cubicBezTo>
                  <a:pt x="0" y="830058"/>
                  <a:pt x="830058" y="0"/>
                  <a:pt x="1853986" y="0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 sz="1600"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969F227-D21C-48B3-828A-6BFA9585E82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202936" y="585216"/>
            <a:ext cx="5833872" cy="2276856"/>
          </a:xfrm>
        </p:spPr>
        <p:txBody>
          <a:bodyPr anchor="b"/>
          <a:lstStyle>
            <a:lvl1pPr algn="r">
              <a:defRPr sz="6000" b="1" cap="all" spc="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DF1DFFF-E5C5-43DF-B71C-7270DB97372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8368" y="201168"/>
            <a:ext cx="2743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9/3/20XX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EBC03C0-6EB7-4633-967C-12C35768BB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-548640" y="1938528"/>
            <a:ext cx="278892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0FF4306-91CD-4B7B-8A53-34BE8F9975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201168"/>
            <a:ext cx="2743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DA9DAA-006C-4F4B-980E-E3DF019B24E2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3AE7F8D-AE68-4A83-BAB5-3A97D473CE3C}"/>
              </a:ext>
            </a:extLst>
          </p:cNvPr>
          <p:cNvCxnSpPr>
            <a:cxnSpLocks/>
          </p:cNvCxnSpPr>
          <p:nvPr userDrawn="1"/>
        </p:nvCxnSpPr>
        <p:spPr>
          <a:xfrm>
            <a:off x="856114" y="3503032"/>
            <a:ext cx="0" cy="3346090"/>
          </a:xfrm>
          <a:prstGeom prst="line">
            <a:avLst/>
          </a:prstGeom>
          <a:ln w="25400" cap="sq">
            <a:solidFill>
              <a:schemeClr val="bg1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928810C-E773-43AE-A2A1-4073955CC8D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202936" y="3127248"/>
            <a:ext cx="5833872" cy="3118104"/>
          </a:xfrm>
        </p:spPr>
        <p:txBody>
          <a:bodyPr/>
          <a:lstStyle>
            <a:lvl1pPr marL="0" indent="0" algn="r"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Graphic 12">
            <a:extLst>
              <a:ext uri="{FF2B5EF4-FFF2-40B4-BE49-F238E27FC236}">
                <a16:creationId xmlns:a16="http://schemas.microsoft.com/office/drawing/2014/main" id="{EA1B6985-3E5A-40F4-9268-D4AB3BBF8C91}"/>
              </a:ext>
            </a:extLst>
          </p:cNvPr>
          <p:cNvSpPr/>
          <p:nvPr userDrawn="1"/>
        </p:nvSpPr>
        <p:spPr>
          <a:xfrm>
            <a:off x="4745394" y="2760277"/>
            <a:ext cx="91138" cy="91138"/>
          </a:xfrm>
          <a:custGeom>
            <a:avLst/>
            <a:gdLst>
              <a:gd name="connsiteX0" fmla="*/ 91138 w 91138"/>
              <a:gd name="connsiteY0" fmla="*/ 45569 h 91138"/>
              <a:gd name="connsiteX1" fmla="*/ 45569 w 91138"/>
              <a:gd name="connsiteY1" fmla="*/ 91138 h 91138"/>
              <a:gd name="connsiteX2" fmla="*/ 0 w 91138"/>
              <a:gd name="connsiteY2" fmla="*/ 45569 h 91138"/>
              <a:gd name="connsiteX3" fmla="*/ 45569 w 91138"/>
              <a:gd name="connsiteY3" fmla="*/ 0 h 91138"/>
              <a:gd name="connsiteX4" fmla="*/ 91138 w 91138"/>
              <a:gd name="connsiteY4" fmla="*/ 45569 h 91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38" h="91138">
                <a:moveTo>
                  <a:pt x="91138" y="45569"/>
                </a:moveTo>
                <a:cubicBezTo>
                  <a:pt x="91138" y="70736"/>
                  <a:pt x="70736" y="91138"/>
                  <a:pt x="45569" y="91138"/>
                </a:cubicBezTo>
                <a:cubicBezTo>
                  <a:pt x="20402" y="91138"/>
                  <a:pt x="0" y="70736"/>
                  <a:pt x="0" y="45569"/>
                </a:cubicBezTo>
                <a:cubicBezTo>
                  <a:pt x="0" y="20402"/>
                  <a:pt x="20402" y="0"/>
                  <a:pt x="45569" y="0"/>
                </a:cubicBezTo>
                <a:cubicBezTo>
                  <a:pt x="70736" y="0"/>
                  <a:pt x="91138" y="20402"/>
                  <a:pt x="91138" y="45569"/>
                </a:cubicBezTo>
                <a:close/>
              </a:path>
            </a:pathLst>
          </a:custGeom>
          <a:solidFill>
            <a:schemeClr val="bg1"/>
          </a:solidFill>
          <a:ln w="422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Graphic 13">
            <a:extLst>
              <a:ext uri="{FF2B5EF4-FFF2-40B4-BE49-F238E27FC236}">
                <a16:creationId xmlns:a16="http://schemas.microsoft.com/office/drawing/2014/main" id="{338BC906-9D03-4280-85E8-21A81BC21D73}"/>
              </a:ext>
            </a:extLst>
          </p:cNvPr>
          <p:cNvSpPr/>
          <p:nvPr userDrawn="1"/>
        </p:nvSpPr>
        <p:spPr>
          <a:xfrm>
            <a:off x="4386614" y="2530982"/>
            <a:ext cx="139039" cy="139039"/>
          </a:xfrm>
          <a:custGeom>
            <a:avLst/>
            <a:gdLst>
              <a:gd name="connsiteX0" fmla="*/ 129602 w 139039"/>
              <a:gd name="connsiteY0" fmla="*/ 60082 h 139039"/>
              <a:gd name="connsiteX1" fmla="*/ 78957 w 139039"/>
              <a:gd name="connsiteY1" fmla="*/ 60082 h 139039"/>
              <a:gd name="connsiteX2" fmla="*/ 78957 w 139039"/>
              <a:gd name="connsiteY2" fmla="*/ 9437 h 139039"/>
              <a:gd name="connsiteX3" fmla="*/ 69520 w 139039"/>
              <a:gd name="connsiteY3" fmla="*/ 0 h 139039"/>
              <a:gd name="connsiteX4" fmla="*/ 60082 w 139039"/>
              <a:gd name="connsiteY4" fmla="*/ 9437 h 139039"/>
              <a:gd name="connsiteX5" fmla="*/ 60082 w 139039"/>
              <a:gd name="connsiteY5" fmla="*/ 60082 h 139039"/>
              <a:gd name="connsiteX6" fmla="*/ 9437 w 139039"/>
              <a:gd name="connsiteY6" fmla="*/ 60082 h 139039"/>
              <a:gd name="connsiteX7" fmla="*/ 0 w 139039"/>
              <a:gd name="connsiteY7" fmla="*/ 69520 h 139039"/>
              <a:gd name="connsiteX8" fmla="*/ 9437 w 139039"/>
              <a:gd name="connsiteY8" fmla="*/ 78957 h 139039"/>
              <a:gd name="connsiteX9" fmla="*/ 60082 w 139039"/>
              <a:gd name="connsiteY9" fmla="*/ 78957 h 139039"/>
              <a:gd name="connsiteX10" fmla="*/ 60082 w 139039"/>
              <a:gd name="connsiteY10" fmla="*/ 129602 h 139039"/>
              <a:gd name="connsiteX11" fmla="*/ 69520 w 139039"/>
              <a:gd name="connsiteY11" fmla="*/ 139039 h 139039"/>
              <a:gd name="connsiteX12" fmla="*/ 78957 w 139039"/>
              <a:gd name="connsiteY12" fmla="*/ 129602 h 139039"/>
              <a:gd name="connsiteX13" fmla="*/ 78957 w 139039"/>
              <a:gd name="connsiteY13" fmla="*/ 78957 h 139039"/>
              <a:gd name="connsiteX14" fmla="*/ 129602 w 139039"/>
              <a:gd name="connsiteY14" fmla="*/ 78957 h 139039"/>
              <a:gd name="connsiteX15" fmla="*/ 139039 w 139039"/>
              <a:gd name="connsiteY15" fmla="*/ 69520 h 139039"/>
              <a:gd name="connsiteX16" fmla="*/ 129602 w 139039"/>
              <a:gd name="connsiteY16" fmla="*/ 60082 h 1390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39039" h="139039">
                <a:moveTo>
                  <a:pt x="129602" y="60082"/>
                </a:moveTo>
                <a:lnTo>
                  <a:pt x="78957" y="60082"/>
                </a:lnTo>
                <a:lnTo>
                  <a:pt x="78957" y="9437"/>
                </a:lnTo>
                <a:cubicBezTo>
                  <a:pt x="78957" y="4225"/>
                  <a:pt x="74731" y="0"/>
                  <a:pt x="69520" y="0"/>
                </a:cubicBezTo>
                <a:cubicBezTo>
                  <a:pt x="64308" y="0"/>
                  <a:pt x="60082" y="4225"/>
                  <a:pt x="60082" y="9437"/>
                </a:cubicBezTo>
                <a:lnTo>
                  <a:pt x="60082" y="60082"/>
                </a:lnTo>
                <a:lnTo>
                  <a:pt x="9437" y="60082"/>
                </a:lnTo>
                <a:cubicBezTo>
                  <a:pt x="4225" y="60082"/>
                  <a:pt x="0" y="64308"/>
                  <a:pt x="0" y="69520"/>
                </a:cubicBezTo>
                <a:cubicBezTo>
                  <a:pt x="0" y="74731"/>
                  <a:pt x="4225" y="78957"/>
                  <a:pt x="9437" y="78957"/>
                </a:cubicBezTo>
                <a:lnTo>
                  <a:pt x="60082" y="78957"/>
                </a:lnTo>
                <a:lnTo>
                  <a:pt x="60082" y="129602"/>
                </a:lnTo>
                <a:cubicBezTo>
                  <a:pt x="60082" y="134814"/>
                  <a:pt x="64308" y="139039"/>
                  <a:pt x="69520" y="139039"/>
                </a:cubicBezTo>
                <a:cubicBezTo>
                  <a:pt x="74731" y="139039"/>
                  <a:pt x="78957" y="134814"/>
                  <a:pt x="78957" y="129602"/>
                </a:cubicBezTo>
                <a:lnTo>
                  <a:pt x="78957" y="78957"/>
                </a:lnTo>
                <a:lnTo>
                  <a:pt x="129602" y="78957"/>
                </a:lnTo>
                <a:cubicBezTo>
                  <a:pt x="134814" y="78957"/>
                  <a:pt x="139039" y="74731"/>
                  <a:pt x="139039" y="69520"/>
                </a:cubicBezTo>
                <a:cubicBezTo>
                  <a:pt x="139039" y="64308"/>
                  <a:pt x="134814" y="60082"/>
                  <a:pt x="129602" y="60082"/>
                </a:cubicBezTo>
                <a:close/>
              </a:path>
            </a:pathLst>
          </a:custGeom>
          <a:solidFill>
            <a:schemeClr val="bg1"/>
          </a:solidFill>
          <a:ln w="603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Graphic 15">
            <a:extLst>
              <a:ext uri="{FF2B5EF4-FFF2-40B4-BE49-F238E27FC236}">
                <a16:creationId xmlns:a16="http://schemas.microsoft.com/office/drawing/2014/main" id="{C5C06D53-C9F6-47E8-BFE1-B8193A1AED8B}"/>
              </a:ext>
            </a:extLst>
          </p:cNvPr>
          <p:cNvSpPr/>
          <p:nvPr userDrawn="1"/>
        </p:nvSpPr>
        <p:spPr>
          <a:xfrm>
            <a:off x="1669987" y="6031572"/>
            <a:ext cx="127714" cy="127714"/>
          </a:xfrm>
          <a:custGeom>
            <a:avLst/>
            <a:gdLst>
              <a:gd name="connsiteX0" fmla="*/ 63857 w 127714"/>
              <a:gd name="connsiteY0" fmla="*/ 18874 h 127714"/>
              <a:gd name="connsiteX1" fmla="*/ 108840 w 127714"/>
              <a:gd name="connsiteY1" fmla="*/ 63857 h 127714"/>
              <a:gd name="connsiteX2" fmla="*/ 63857 w 127714"/>
              <a:gd name="connsiteY2" fmla="*/ 108840 h 127714"/>
              <a:gd name="connsiteX3" fmla="*/ 18874 w 127714"/>
              <a:gd name="connsiteY3" fmla="*/ 63857 h 127714"/>
              <a:gd name="connsiteX4" fmla="*/ 63857 w 127714"/>
              <a:gd name="connsiteY4" fmla="*/ 18874 h 127714"/>
              <a:gd name="connsiteX5" fmla="*/ 63857 w 127714"/>
              <a:gd name="connsiteY5" fmla="*/ 0 h 127714"/>
              <a:gd name="connsiteX6" fmla="*/ 0 w 127714"/>
              <a:gd name="connsiteY6" fmla="*/ 63857 h 127714"/>
              <a:gd name="connsiteX7" fmla="*/ 63857 w 127714"/>
              <a:gd name="connsiteY7" fmla="*/ 127714 h 127714"/>
              <a:gd name="connsiteX8" fmla="*/ 127714 w 127714"/>
              <a:gd name="connsiteY8" fmla="*/ 63857 h 127714"/>
              <a:gd name="connsiteX9" fmla="*/ 63857 w 127714"/>
              <a:gd name="connsiteY9" fmla="*/ 0 h 1277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7714" h="127714">
                <a:moveTo>
                  <a:pt x="63857" y="18874"/>
                </a:moveTo>
                <a:cubicBezTo>
                  <a:pt x="88700" y="18874"/>
                  <a:pt x="108840" y="39014"/>
                  <a:pt x="108840" y="63857"/>
                </a:cubicBezTo>
                <a:cubicBezTo>
                  <a:pt x="108840" y="88700"/>
                  <a:pt x="88700" y="108840"/>
                  <a:pt x="63857" y="108840"/>
                </a:cubicBezTo>
                <a:cubicBezTo>
                  <a:pt x="39014" y="108840"/>
                  <a:pt x="18874" y="88700"/>
                  <a:pt x="18874" y="63857"/>
                </a:cubicBezTo>
                <a:cubicBezTo>
                  <a:pt x="18898" y="39024"/>
                  <a:pt x="39024" y="18898"/>
                  <a:pt x="63857" y="18874"/>
                </a:cubicBezTo>
                <a:moveTo>
                  <a:pt x="63857" y="0"/>
                </a:moveTo>
                <a:cubicBezTo>
                  <a:pt x="28590" y="0"/>
                  <a:pt x="0" y="28590"/>
                  <a:pt x="0" y="63857"/>
                </a:cubicBezTo>
                <a:cubicBezTo>
                  <a:pt x="0" y="99124"/>
                  <a:pt x="28590" y="127714"/>
                  <a:pt x="63857" y="127714"/>
                </a:cubicBezTo>
                <a:cubicBezTo>
                  <a:pt x="99124" y="127714"/>
                  <a:pt x="127714" y="99124"/>
                  <a:pt x="127714" y="63857"/>
                </a:cubicBezTo>
                <a:cubicBezTo>
                  <a:pt x="127714" y="28590"/>
                  <a:pt x="99124" y="0"/>
                  <a:pt x="63857" y="0"/>
                </a:cubicBezTo>
                <a:close/>
              </a:path>
            </a:pathLst>
          </a:custGeom>
          <a:solidFill>
            <a:schemeClr val="bg1"/>
          </a:solidFill>
          <a:ln w="610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907687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E62FC6D8-DD87-4B93-8491-43C84EE63FE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451965" y="1665520"/>
            <a:ext cx="4266960" cy="4266968"/>
          </a:xfrm>
          <a:custGeom>
            <a:avLst/>
            <a:gdLst>
              <a:gd name="connsiteX0" fmla="*/ 2133823 w 4266960"/>
              <a:gd name="connsiteY0" fmla="*/ 0 h 4266968"/>
              <a:gd name="connsiteX1" fmla="*/ 4256628 w 4266960"/>
              <a:gd name="connsiteY1" fmla="*/ 1915652 h 4266968"/>
              <a:gd name="connsiteX2" fmla="*/ 4266960 w 4266960"/>
              <a:gd name="connsiteY2" fmla="*/ 2120258 h 4266968"/>
              <a:gd name="connsiteX3" fmla="*/ 4266960 w 4266960"/>
              <a:gd name="connsiteY3" fmla="*/ 2147389 h 4266968"/>
              <a:gd name="connsiteX4" fmla="*/ 4256628 w 4266960"/>
              <a:gd name="connsiteY4" fmla="*/ 2351994 h 4266968"/>
              <a:gd name="connsiteX5" fmla="*/ 2351994 w 4266960"/>
              <a:gd name="connsiteY5" fmla="*/ 4256629 h 4266968"/>
              <a:gd name="connsiteX6" fmla="*/ 2147230 w 4266960"/>
              <a:gd name="connsiteY6" fmla="*/ 4266968 h 4266968"/>
              <a:gd name="connsiteX7" fmla="*/ 2120416 w 4266960"/>
              <a:gd name="connsiteY7" fmla="*/ 4266968 h 4266968"/>
              <a:gd name="connsiteX8" fmla="*/ 1915652 w 4266960"/>
              <a:gd name="connsiteY8" fmla="*/ 4256629 h 4266968"/>
              <a:gd name="connsiteX9" fmla="*/ 0 w 4266960"/>
              <a:gd name="connsiteY9" fmla="*/ 2133823 h 4266968"/>
              <a:gd name="connsiteX10" fmla="*/ 2133823 w 4266960"/>
              <a:gd name="connsiteY10" fmla="*/ 0 h 42669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266960" h="4266968">
                <a:moveTo>
                  <a:pt x="2133823" y="0"/>
                </a:moveTo>
                <a:cubicBezTo>
                  <a:pt x="3238644" y="0"/>
                  <a:pt x="4147355" y="839660"/>
                  <a:pt x="4256628" y="1915652"/>
                </a:cubicBezTo>
                <a:lnTo>
                  <a:pt x="4266960" y="2120258"/>
                </a:lnTo>
                <a:lnTo>
                  <a:pt x="4266960" y="2147389"/>
                </a:lnTo>
                <a:lnTo>
                  <a:pt x="4256628" y="2351994"/>
                </a:lnTo>
                <a:cubicBezTo>
                  <a:pt x="4154640" y="3356254"/>
                  <a:pt x="3356253" y="4154640"/>
                  <a:pt x="2351994" y="4256629"/>
                </a:cubicBezTo>
                <a:lnTo>
                  <a:pt x="2147230" y="4266968"/>
                </a:lnTo>
                <a:lnTo>
                  <a:pt x="2120416" y="4266968"/>
                </a:lnTo>
                <a:lnTo>
                  <a:pt x="1915652" y="4256629"/>
                </a:lnTo>
                <a:cubicBezTo>
                  <a:pt x="839660" y="4147356"/>
                  <a:pt x="0" y="3238645"/>
                  <a:pt x="0" y="2133823"/>
                </a:cubicBezTo>
                <a:cubicBezTo>
                  <a:pt x="0" y="955346"/>
                  <a:pt x="955346" y="0"/>
                  <a:pt x="2133823" y="0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696CF8C-1EA0-4E47-AC60-CAC3B80A3C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672" y="1335024"/>
            <a:ext cx="6190488" cy="1179576"/>
          </a:xfrm>
        </p:spPr>
        <p:txBody>
          <a:bodyPr lIns="91440" tIns="45720" rIns="91440" bIns="45720" anchor="b"/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8CABF8-19D8-4F3C-994F-4D35EC7A2C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50392" y="2825496"/>
            <a:ext cx="6190488" cy="3346704"/>
          </a:xfrm>
        </p:spPr>
        <p:txBody>
          <a:bodyPr/>
          <a:lstStyle>
            <a:lvl1pPr marL="0" indent="0">
              <a:lnSpc>
                <a:spcPct val="110000"/>
              </a:lnSpc>
              <a:buNone/>
              <a:defRPr sz="2000"/>
            </a:lvl1pPr>
            <a:lvl2pPr marL="228600">
              <a:defRPr sz="1800"/>
            </a:lvl2pPr>
            <a:lvl3pPr marL="457200">
              <a:defRPr sz="1600"/>
            </a:lvl3pPr>
            <a:lvl4pPr marL="685800"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97BB2D-4E2C-4490-A2A3-4B68BCC5D2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en-US" dirty="0"/>
              <a:t>9/3/20XX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40F15D-DD72-46D5-BF0F-F506471070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964424" y="621792"/>
            <a:ext cx="4114800" cy="365125"/>
          </a:xfrm>
        </p:spPr>
        <p:txBody>
          <a:bodyPr/>
          <a:lstStyle>
            <a:lvl1pPr>
              <a:defRPr baseline="0">
                <a:solidFill>
                  <a:schemeClr val="accent2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66FD4D-815A-431C-ADEF-DE6F236F61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fld id="{D8DA9DAA-006C-4F4B-980E-E3DF019B24E2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A8B3D0E-ED3F-46FA-AE79-5FEFDE9168E3}"/>
              </a:ext>
            </a:extLst>
          </p:cNvPr>
          <p:cNvCxnSpPr>
            <a:cxnSpLocks/>
          </p:cNvCxnSpPr>
          <p:nvPr userDrawn="1"/>
        </p:nvCxnSpPr>
        <p:spPr>
          <a:xfrm>
            <a:off x="0" y="806470"/>
            <a:ext cx="7903723" cy="0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08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Graphic 10">
            <a:extLst>
              <a:ext uri="{FF2B5EF4-FFF2-40B4-BE49-F238E27FC236}">
                <a16:creationId xmlns:a16="http://schemas.microsoft.com/office/drawing/2014/main" id="{AAD06B87-D9B2-4F94-B734-A8F039A2033F}"/>
              </a:ext>
            </a:extLst>
          </p:cNvPr>
          <p:cNvSpPr/>
          <p:nvPr userDrawn="1"/>
        </p:nvSpPr>
        <p:spPr>
          <a:xfrm>
            <a:off x="11281590" y="2070656"/>
            <a:ext cx="91138" cy="91138"/>
          </a:xfrm>
          <a:custGeom>
            <a:avLst/>
            <a:gdLst>
              <a:gd name="connsiteX0" fmla="*/ 91138 w 91138"/>
              <a:gd name="connsiteY0" fmla="*/ 45569 h 91138"/>
              <a:gd name="connsiteX1" fmla="*/ 45569 w 91138"/>
              <a:gd name="connsiteY1" fmla="*/ 91138 h 91138"/>
              <a:gd name="connsiteX2" fmla="*/ 0 w 91138"/>
              <a:gd name="connsiteY2" fmla="*/ 45569 h 91138"/>
              <a:gd name="connsiteX3" fmla="*/ 45569 w 91138"/>
              <a:gd name="connsiteY3" fmla="*/ 0 h 91138"/>
              <a:gd name="connsiteX4" fmla="*/ 91138 w 91138"/>
              <a:gd name="connsiteY4" fmla="*/ 45569 h 91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38" h="91138">
                <a:moveTo>
                  <a:pt x="91138" y="45569"/>
                </a:moveTo>
                <a:cubicBezTo>
                  <a:pt x="91138" y="70736"/>
                  <a:pt x="70736" y="91138"/>
                  <a:pt x="45569" y="91138"/>
                </a:cubicBezTo>
                <a:cubicBezTo>
                  <a:pt x="20402" y="91138"/>
                  <a:pt x="0" y="70736"/>
                  <a:pt x="0" y="45569"/>
                </a:cubicBezTo>
                <a:cubicBezTo>
                  <a:pt x="0" y="20402"/>
                  <a:pt x="20402" y="0"/>
                  <a:pt x="45569" y="0"/>
                </a:cubicBezTo>
                <a:cubicBezTo>
                  <a:pt x="70736" y="0"/>
                  <a:pt x="91138" y="20402"/>
                  <a:pt x="91138" y="45569"/>
                </a:cubicBezTo>
                <a:close/>
              </a:path>
            </a:pathLst>
          </a:custGeom>
          <a:solidFill>
            <a:schemeClr val="accent2"/>
          </a:solidFill>
          <a:ln w="422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Graphic 11">
            <a:extLst>
              <a:ext uri="{FF2B5EF4-FFF2-40B4-BE49-F238E27FC236}">
                <a16:creationId xmlns:a16="http://schemas.microsoft.com/office/drawing/2014/main" id="{BB13A13C-36EA-4B13-9175-C5FE95B34D33}"/>
              </a:ext>
            </a:extLst>
          </p:cNvPr>
          <p:cNvSpPr/>
          <p:nvPr userDrawn="1"/>
        </p:nvSpPr>
        <p:spPr>
          <a:xfrm>
            <a:off x="10969280" y="1780012"/>
            <a:ext cx="139039" cy="139039"/>
          </a:xfrm>
          <a:custGeom>
            <a:avLst/>
            <a:gdLst>
              <a:gd name="connsiteX0" fmla="*/ 129602 w 139039"/>
              <a:gd name="connsiteY0" fmla="*/ 60082 h 139039"/>
              <a:gd name="connsiteX1" fmla="*/ 78957 w 139039"/>
              <a:gd name="connsiteY1" fmla="*/ 60082 h 139039"/>
              <a:gd name="connsiteX2" fmla="*/ 78957 w 139039"/>
              <a:gd name="connsiteY2" fmla="*/ 9437 h 139039"/>
              <a:gd name="connsiteX3" fmla="*/ 69520 w 139039"/>
              <a:gd name="connsiteY3" fmla="*/ 0 h 139039"/>
              <a:gd name="connsiteX4" fmla="*/ 60082 w 139039"/>
              <a:gd name="connsiteY4" fmla="*/ 9437 h 139039"/>
              <a:gd name="connsiteX5" fmla="*/ 60082 w 139039"/>
              <a:gd name="connsiteY5" fmla="*/ 60082 h 139039"/>
              <a:gd name="connsiteX6" fmla="*/ 9437 w 139039"/>
              <a:gd name="connsiteY6" fmla="*/ 60082 h 139039"/>
              <a:gd name="connsiteX7" fmla="*/ 0 w 139039"/>
              <a:gd name="connsiteY7" fmla="*/ 69520 h 139039"/>
              <a:gd name="connsiteX8" fmla="*/ 9437 w 139039"/>
              <a:gd name="connsiteY8" fmla="*/ 78957 h 139039"/>
              <a:gd name="connsiteX9" fmla="*/ 60082 w 139039"/>
              <a:gd name="connsiteY9" fmla="*/ 78957 h 139039"/>
              <a:gd name="connsiteX10" fmla="*/ 60082 w 139039"/>
              <a:gd name="connsiteY10" fmla="*/ 129602 h 139039"/>
              <a:gd name="connsiteX11" fmla="*/ 69520 w 139039"/>
              <a:gd name="connsiteY11" fmla="*/ 139039 h 139039"/>
              <a:gd name="connsiteX12" fmla="*/ 78957 w 139039"/>
              <a:gd name="connsiteY12" fmla="*/ 129602 h 139039"/>
              <a:gd name="connsiteX13" fmla="*/ 78957 w 139039"/>
              <a:gd name="connsiteY13" fmla="*/ 78957 h 139039"/>
              <a:gd name="connsiteX14" fmla="*/ 129602 w 139039"/>
              <a:gd name="connsiteY14" fmla="*/ 78957 h 139039"/>
              <a:gd name="connsiteX15" fmla="*/ 139039 w 139039"/>
              <a:gd name="connsiteY15" fmla="*/ 69520 h 139039"/>
              <a:gd name="connsiteX16" fmla="*/ 129602 w 139039"/>
              <a:gd name="connsiteY16" fmla="*/ 60082 h 1390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39039" h="139039">
                <a:moveTo>
                  <a:pt x="129602" y="60082"/>
                </a:moveTo>
                <a:lnTo>
                  <a:pt x="78957" y="60082"/>
                </a:lnTo>
                <a:lnTo>
                  <a:pt x="78957" y="9437"/>
                </a:lnTo>
                <a:cubicBezTo>
                  <a:pt x="78957" y="4225"/>
                  <a:pt x="74731" y="0"/>
                  <a:pt x="69520" y="0"/>
                </a:cubicBezTo>
                <a:cubicBezTo>
                  <a:pt x="64308" y="0"/>
                  <a:pt x="60082" y="4225"/>
                  <a:pt x="60082" y="9437"/>
                </a:cubicBezTo>
                <a:lnTo>
                  <a:pt x="60082" y="60082"/>
                </a:lnTo>
                <a:lnTo>
                  <a:pt x="9437" y="60082"/>
                </a:lnTo>
                <a:cubicBezTo>
                  <a:pt x="4225" y="60082"/>
                  <a:pt x="0" y="64308"/>
                  <a:pt x="0" y="69520"/>
                </a:cubicBezTo>
                <a:cubicBezTo>
                  <a:pt x="0" y="74731"/>
                  <a:pt x="4225" y="78957"/>
                  <a:pt x="9437" y="78957"/>
                </a:cubicBezTo>
                <a:lnTo>
                  <a:pt x="60082" y="78957"/>
                </a:lnTo>
                <a:lnTo>
                  <a:pt x="60082" y="129602"/>
                </a:lnTo>
                <a:cubicBezTo>
                  <a:pt x="60082" y="134814"/>
                  <a:pt x="64308" y="139039"/>
                  <a:pt x="69520" y="139039"/>
                </a:cubicBezTo>
                <a:cubicBezTo>
                  <a:pt x="74731" y="139039"/>
                  <a:pt x="78957" y="134814"/>
                  <a:pt x="78957" y="129602"/>
                </a:cubicBezTo>
                <a:lnTo>
                  <a:pt x="78957" y="78957"/>
                </a:lnTo>
                <a:lnTo>
                  <a:pt x="129602" y="78957"/>
                </a:lnTo>
                <a:cubicBezTo>
                  <a:pt x="134814" y="78957"/>
                  <a:pt x="139039" y="74731"/>
                  <a:pt x="139039" y="69520"/>
                </a:cubicBezTo>
                <a:cubicBezTo>
                  <a:pt x="139039" y="64308"/>
                  <a:pt x="134814" y="60082"/>
                  <a:pt x="129602" y="60082"/>
                </a:cubicBezTo>
                <a:close/>
              </a:path>
            </a:pathLst>
          </a:custGeom>
          <a:solidFill>
            <a:schemeClr val="accent2"/>
          </a:solidFill>
          <a:ln w="603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971113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ection Header">
    <p:bg>
      <p:bgPr>
        <a:gradFill>
          <a:gsLst>
            <a:gs pos="100000">
              <a:schemeClr val="accent4"/>
            </a:gs>
            <a:gs pos="0">
              <a:schemeClr val="accent2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640AAD-80AF-40E7-BE3F-43D32FC68E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463040"/>
            <a:ext cx="9144000" cy="2340864"/>
          </a:xfrm>
        </p:spPr>
        <p:txBody>
          <a:bodyPr anchor="b">
            <a:normAutofit/>
          </a:bodyPr>
          <a:lstStyle>
            <a:lvl1pPr algn="ctr">
              <a:defRPr sz="6000" b="1" i="0" cap="all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C80FBD9-0977-4B2B-9318-30774BB0947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7048" y="3858768"/>
            <a:ext cx="9144000" cy="132588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Graphic 12">
            <a:extLst>
              <a:ext uri="{FF2B5EF4-FFF2-40B4-BE49-F238E27FC236}">
                <a16:creationId xmlns:a16="http://schemas.microsoft.com/office/drawing/2014/main" id="{8A41917E-4B97-447C-98AB-970D625F1DE6}"/>
              </a:ext>
            </a:extLst>
          </p:cNvPr>
          <p:cNvSpPr/>
          <p:nvPr userDrawn="1"/>
        </p:nvSpPr>
        <p:spPr>
          <a:xfrm>
            <a:off x="10772266" y="3054359"/>
            <a:ext cx="91138" cy="91138"/>
          </a:xfrm>
          <a:custGeom>
            <a:avLst/>
            <a:gdLst>
              <a:gd name="connsiteX0" fmla="*/ 91138 w 91138"/>
              <a:gd name="connsiteY0" fmla="*/ 45569 h 91138"/>
              <a:gd name="connsiteX1" fmla="*/ 45569 w 91138"/>
              <a:gd name="connsiteY1" fmla="*/ 91138 h 91138"/>
              <a:gd name="connsiteX2" fmla="*/ 0 w 91138"/>
              <a:gd name="connsiteY2" fmla="*/ 45569 h 91138"/>
              <a:gd name="connsiteX3" fmla="*/ 45569 w 91138"/>
              <a:gd name="connsiteY3" fmla="*/ 0 h 91138"/>
              <a:gd name="connsiteX4" fmla="*/ 91138 w 91138"/>
              <a:gd name="connsiteY4" fmla="*/ 45569 h 91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38" h="91138">
                <a:moveTo>
                  <a:pt x="91138" y="45569"/>
                </a:moveTo>
                <a:cubicBezTo>
                  <a:pt x="91138" y="70736"/>
                  <a:pt x="70736" y="91138"/>
                  <a:pt x="45569" y="91138"/>
                </a:cubicBezTo>
                <a:cubicBezTo>
                  <a:pt x="20402" y="91138"/>
                  <a:pt x="0" y="70736"/>
                  <a:pt x="0" y="45569"/>
                </a:cubicBezTo>
                <a:cubicBezTo>
                  <a:pt x="0" y="20402"/>
                  <a:pt x="20402" y="0"/>
                  <a:pt x="45569" y="0"/>
                </a:cubicBezTo>
                <a:cubicBezTo>
                  <a:pt x="70736" y="0"/>
                  <a:pt x="91138" y="20402"/>
                  <a:pt x="91138" y="45569"/>
                </a:cubicBezTo>
                <a:close/>
              </a:path>
            </a:pathLst>
          </a:custGeom>
          <a:solidFill>
            <a:schemeClr val="bg1"/>
          </a:solidFill>
          <a:ln w="422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Graphic 13">
            <a:extLst>
              <a:ext uri="{FF2B5EF4-FFF2-40B4-BE49-F238E27FC236}">
                <a16:creationId xmlns:a16="http://schemas.microsoft.com/office/drawing/2014/main" id="{3B3FD238-4561-4AF8-A1F1-185B0CAFE2AC}"/>
              </a:ext>
            </a:extLst>
          </p:cNvPr>
          <p:cNvSpPr/>
          <p:nvPr userDrawn="1"/>
        </p:nvSpPr>
        <p:spPr>
          <a:xfrm>
            <a:off x="10724364" y="2515838"/>
            <a:ext cx="139039" cy="139039"/>
          </a:xfrm>
          <a:custGeom>
            <a:avLst/>
            <a:gdLst>
              <a:gd name="connsiteX0" fmla="*/ 129602 w 139039"/>
              <a:gd name="connsiteY0" fmla="*/ 60082 h 139039"/>
              <a:gd name="connsiteX1" fmla="*/ 78957 w 139039"/>
              <a:gd name="connsiteY1" fmla="*/ 60082 h 139039"/>
              <a:gd name="connsiteX2" fmla="*/ 78957 w 139039"/>
              <a:gd name="connsiteY2" fmla="*/ 9437 h 139039"/>
              <a:gd name="connsiteX3" fmla="*/ 69520 w 139039"/>
              <a:gd name="connsiteY3" fmla="*/ 0 h 139039"/>
              <a:gd name="connsiteX4" fmla="*/ 60082 w 139039"/>
              <a:gd name="connsiteY4" fmla="*/ 9437 h 139039"/>
              <a:gd name="connsiteX5" fmla="*/ 60082 w 139039"/>
              <a:gd name="connsiteY5" fmla="*/ 60082 h 139039"/>
              <a:gd name="connsiteX6" fmla="*/ 9437 w 139039"/>
              <a:gd name="connsiteY6" fmla="*/ 60082 h 139039"/>
              <a:gd name="connsiteX7" fmla="*/ 0 w 139039"/>
              <a:gd name="connsiteY7" fmla="*/ 69520 h 139039"/>
              <a:gd name="connsiteX8" fmla="*/ 9437 w 139039"/>
              <a:gd name="connsiteY8" fmla="*/ 78957 h 139039"/>
              <a:gd name="connsiteX9" fmla="*/ 60082 w 139039"/>
              <a:gd name="connsiteY9" fmla="*/ 78957 h 139039"/>
              <a:gd name="connsiteX10" fmla="*/ 60082 w 139039"/>
              <a:gd name="connsiteY10" fmla="*/ 129602 h 139039"/>
              <a:gd name="connsiteX11" fmla="*/ 69520 w 139039"/>
              <a:gd name="connsiteY11" fmla="*/ 139039 h 139039"/>
              <a:gd name="connsiteX12" fmla="*/ 78957 w 139039"/>
              <a:gd name="connsiteY12" fmla="*/ 129602 h 139039"/>
              <a:gd name="connsiteX13" fmla="*/ 78957 w 139039"/>
              <a:gd name="connsiteY13" fmla="*/ 78957 h 139039"/>
              <a:gd name="connsiteX14" fmla="*/ 129602 w 139039"/>
              <a:gd name="connsiteY14" fmla="*/ 78957 h 139039"/>
              <a:gd name="connsiteX15" fmla="*/ 139039 w 139039"/>
              <a:gd name="connsiteY15" fmla="*/ 69520 h 139039"/>
              <a:gd name="connsiteX16" fmla="*/ 129602 w 139039"/>
              <a:gd name="connsiteY16" fmla="*/ 60082 h 1390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39039" h="139039">
                <a:moveTo>
                  <a:pt x="129602" y="60082"/>
                </a:moveTo>
                <a:lnTo>
                  <a:pt x="78957" y="60082"/>
                </a:lnTo>
                <a:lnTo>
                  <a:pt x="78957" y="9437"/>
                </a:lnTo>
                <a:cubicBezTo>
                  <a:pt x="78957" y="4225"/>
                  <a:pt x="74731" y="0"/>
                  <a:pt x="69520" y="0"/>
                </a:cubicBezTo>
                <a:cubicBezTo>
                  <a:pt x="64308" y="0"/>
                  <a:pt x="60082" y="4225"/>
                  <a:pt x="60082" y="9437"/>
                </a:cubicBezTo>
                <a:lnTo>
                  <a:pt x="60082" y="60082"/>
                </a:lnTo>
                <a:lnTo>
                  <a:pt x="9437" y="60082"/>
                </a:lnTo>
                <a:cubicBezTo>
                  <a:pt x="4225" y="60082"/>
                  <a:pt x="0" y="64308"/>
                  <a:pt x="0" y="69520"/>
                </a:cubicBezTo>
                <a:cubicBezTo>
                  <a:pt x="0" y="74731"/>
                  <a:pt x="4225" y="78957"/>
                  <a:pt x="9437" y="78957"/>
                </a:cubicBezTo>
                <a:lnTo>
                  <a:pt x="60082" y="78957"/>
                </a:lnTo>
                <a:lnTo>
                  <a:pt x="60082" y="129602"/>
                </a:lnTo>
                <a:cubicBezTo>
                  <a:pt x="60082" y="134814"/>
                  <a:pt x="64308" y="139039"/>
                  <a:pt x="69520" y="139039"/>
                </a:cubicBezTo>
                <a:cubicBezTo>
                  <a:pt x="74731" y="139039"/>
                  <a:pt x="78957" y="134814"/>
                  <a:pt x="78957" y="129602"/>
                </a:cubicBezTo>
                <a:lnTo>
                  <a:pt x="78957" y="78957"/>
                </a:lnTo>
                <a:lnTo>
                  <a:pt x="129602" y="78957"/>
                </a:lnTo>
                <a:cubicBezTo>
                  <a:pt x="134814" y="78957"/>
                  <a:pt x="139039" y="74731"/>
                  <a:pt x="139039" y="69520"/>
                </a:cubicBezTo>
                <a:cubicBezTo>
                  <a:pt x="139039" y="64308"/>
                  <a:pt x="134814" y="60082"/>
                  <a:pt x="129602" y="60082"/>
                </a:cubicBezTo>
                <a:close/>
              </a:path>
            </a:pathLst>
          </a:custGeom>
          <a:solidFill>
            <a:schemeClr val="bg1"/>
          </a:solidFill>
          <a:ln w="603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Graphic 15">
            <a:extLst>
              <a:ext uri="{FF2B5EF4-FFF2-40B4-BE49-F238E27FC236}">
                <a16:creationId xmlns:a16="http://schemas.microsoft.com/office/drawing/2014/main" id="{BAB9414C-AE69-4648-873E-9CE6B2DF8A71}"/>
              </a:ext>
            </a:extLst>
          </p:cNvPr>
          <p:cNvSpPr/>
          <p:nvPr userDrawn="1"/>
        </p:nvSpPr>
        <p:spPr>
          <a:xfrm>
            <a:off x="11024834" y="2787572"/>
            <a:ext cx="127714" cy="127714"/>
          </a:xfrm>
          <a:custGeom>
            <a:avLst/>
            <a:gdLst>
              <a:gd name="connsiteX0" fmla="*/ 63857 w 127714"/>
              <a:gd name="connsiteY0" fmla="*/ 18874 h 127714"/>
              <a:gd name="connsiteX1" fmla="*/ 108840 w 127714"/>
              <a:gd name="connsiteY1" fmla="*/ 63857 h 127714"/>
              <a:gd name="connsiteX2" fmla="*/ 63857 w 127714"/>
              <a:gd name="connsiteY2" fmla="*/ 108840 h 127714"/>
              <a:gd name="connsiteX3" fmla="*/ 18874 w 127714"/>
              <a:gd name="connsiteY3" fmla="*/ 63857 h 127714"/>
              <a:gd name="connsiteX4" fmla="*/ 63857 w 127714"/>
              <a:gd name="connsiteY4" fmla="*/ 18874 h 127714"/>
              <a:gd name="connsiteX5" fmla="*/ 63857 w 127714"/>
              <a:gd name="connsiteY5" fmla="*/ 0 h 127714"/>
              <a:gd name="connsiteX6" fmla="*/ 0 w 127714"/>
              <a:gd name="connsiteY6" fmla="*/ 63857 h 127714"/>
              <a:gd name="connsiteX7" fmla="*/ 63857 w 127714"/>
              <a:gd name="connsiteY7" fmla="*/ 127714 h 127714"/>
              <a:gd name="connsiteX8" fmla="*/ 127714 w 127714"/>
              <a:gd name="connsiteY8" fmla="*/ 63857 h 127714"/>
              <a:gd name="connsiteX9" fmla="*/ 63857 w 127714"/>
              <a:gd name="connsiteY9" fmla="*/ 0 h 1277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7714" h="127714">
                <a:moveTo>
                  <a:pt x="63857" y="18874"/>
                </a:moveTo>
                <a:cubicBezTo>
                  <a:pt x="88700" y="18874"/>
                  <a:pt x="108840" y="39014"/>
                  <a:pt x="108840" y="63857"/>
                </a:cubicBezTo>
                <a:cubicBezTo>
                  <a:pt x="108840" y="88700"/>
                  <a:pt x="88700" y="108840"/>
                  <a:pt x="63857" y="108840"/>
                </a:cubicBezTo>
                <a:cubicBezTo>
                  <a:pt x="39014" y="108840"/>
                  <a:pt x="18874" y="88700"/>
                  <a:pt x="18874" y="63857"/>
                </a:cubicBezTo>
                <a:cubicBezTo>
                  <a:pt x="18898" y="39024"/>
                  <a:pt x="39024" y="18898"/>
                  <a:pt x="63857" y="18874"/>
                </a:cubicBezTo>
                <a:moveTo>
                  <a:pt x="63857" y="0"/>
                </a:moveTo>
                <a:cubicBezTo>
                  <a:pt x="28590" y="0"/>
                  <a:pt x="0" y="28590"/>
                  <a:pt x="0" y="63857"/>
                </a:cubicBezTo>
                <a:cubicBezTo>
                  <a:pt x="0" y="99124"/>
                  <a:pt x="28590" y="127714"/>
                  <a:pt x="63857" y="127714"/>
                </a:cubicBezTo>
                <a:cubicBezTo>
                  <a:pt x="99124" y="127714"/>
                  <a:pt x="127714" y="99124"/>
                  <a:pt x="127714" y="63857"/>
                </a:cubicBezTo>
                <a:cubicBezTo>
                  <a:pt x="127714" y="28590"/>
                  <a:pt x="99124" y="0"/>
                  <a:pt x="63857" y="0"/>
                </a:cubicBezTo>
                <a:close/>
              </a:path>
            </a:pathLst>
          </a:custGeom>
          <a:solidFill>
            <a:schemeClr val="bg1"/>
          </a:solidFill>
          <a:ln w="610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Graphic 22">
            <a:extLst>
              <a:ext uri="{FF2B5EF4-FFF2-40B4-BE49-F238E27FC236}">
                <a16:creationId xmlns:a16="http://schemas.microsoft.com/office/drawing/2014/main" id="{3BF75235-4E6E-4184-82A5-EE6FE7993BBC}"/>
              </a:ext>
            </a:extLst>
          </p:cNvPr>
          <p:cNvSpPr/>
          <p:nvPr userDrawn="1"/>
        </p:nvSpPr>
        <p:spPr>
          <a:xfrm>
            <a:off x="1261869" y="2633448"/>
            <a:ext cx="151536" cy="151536"/>
          </a:xfrm>
          <a:custGeom>
            <a:avLst/>
            <a:gdLst>
              <a:gd name="connsiteX0" fmla="*/ 141251 w 151536"/>
              <a:gd name="connsiteY0" fmla="*/ 65483 h 151536"/>
              <a:gd name="connsiteX1" fmla="*/ 86053 w 151536"/>
              <a:gd name="connsiteY1" fmla="*/ 65483 h 151536"/>
              <a:gd name="connsiteX2" fmla="*/ 86053 w 151536"/>
              <a:gd name="connsiteY2" fmla="*/ 10285 h 151536"/>
              <a:gd name="connsiteX3" fmla="*/ 75768 w 151536"/>
              <a:gd name="connsiteY3" fmla="*/ 0 h 151536"/>
              <a:gd name="connsiteX4" fmla="*/ 65483 w 151536"/>
              <a:gd name="connsiteY4" fmla="*/ 10285 h 151536"/>
              <a:gd name="connsiteX5" fmla="*/ 65483 w 151536"/>
              <a:gd name="connsiteY5" fmla="*/ 65483 h 151536"/>
              <a:gd name="connsiteX6" fmla="*/ 10285 w 151536"/>
              <a:gd name="connsiteY6" fmla="*/ 65483 h 151536"/>
              <a:gd name="connsiteX7" fmla="*/ 0 w 151536"/>
              <a:gd name="connsiteY7" fmla="*/ 75768 h 151536"/>
              <a:gd name="connsiteX8" fmla="*/ 10285 w 151536"/>
              <a:gd name="connsiteY8" fmla="*/ 86053 h 151536"/>
              <a:gd name="connsiteX9" fmla="*/ 65483 w 151536"/>
              <a:gd name="connsiteY9" fmla="*/ 86053 h 151536"/>
              <a:gd name="connsiteX10" fmla="*/ 65483 w 151536"/>
              <a:gd name="connsiteY10" fmla="*/ 141251 h 151536"/>
              <a:gd name="connsiteX11" fmla="*/ 75768 w 151536"/>
              <a:gd name="connsiteY11" fmla="*/ 151536 h 151536"/>
              <a:gd name="connsiteX12" fmla="*/ 86053 w 151536"/>
              <a:gd name="connsiteY12" fmla="*/ 141251 h 151536"/>
              <a:gd name="connsiteX13" fmla="*/ 86053 w 151536"/>
              <a:gd name="connsiteY13" fmla="*/ 86053 h 151536"/>
              <a:gd name="connsiteX14" fmla="*/ 141251 w 151536"/>
              <a:gd name="connsiteY14" fmla="*/ 86053 h 151536"/>
              <a:gd name="connsiteX15" fmla="*/ 151536 w 151536"/>
              <a:gd name="connsiteY15" fmla="*/ 75768 h 151536"/>
              <a:gd name="connsiteX16" fmla="*/ 141251 w 151536"/>
              <a:gd name="connsiteY16" fmla="*/ 65483 h 1515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51536" h="151536">
                <a:moveTo>
                  <a:pt x="141251" y="65483"/>
                </a:moveTo>
                <a:lnTo>
                  <a:pt x="86053" y="65483"/>
                </a:lnTo>
                <a:lnTo>
                  <a:pt x="86053" y="10285"/>
                </a:lnTo>
                <a:cubicBezTo>
                  <a:pt x="86053" y="4605"/>
                  <a:pt x="81448" y="0"/>
                  <a:pt x="75768" y="0"/>
                </a:cubicBezTo>
                <a:cubicBezTo>
                  <a:pt x="70088" y="0"/>
                  <a:pt x="65483" y="4605"/>
                  <a:pt x="65483" y="10285"/>
                </a:cubicBezTo>
                <a:lnTo>
                  <a:pt x="65483" y="65483"/>
                </a:lnTo>
                <a:lnTo>
                  <a:pt x="10285" y="65483"/>
                </a:lnTo>
                <a:cubicBezTo>
                  <a:pt x="4605" y="65483"/>
                  <a:pt x="0" y="70088"/>
                  <a:pt x="0" y="75768"/>
                </a:cubicBezTo>
                <a:cubicBezTo>
                  <a:pt x="0" y="81448"/>
                  <a:pt x="4605" y="86053"/>
                  <a:pt x="10285" y="86053"/>
                </a:cubicBezTo>
                <a:lnTo>
                  <a:pt x="65483" y="86053"/>
                </a:lnTo>
                <a:lnTo>
                  <a:pt x="65483" y="141251"/>
                </a:lnTo>
                <a:cubicBezTo>
                  <a:pt x="65483" y="146931"/>
                  <a:pt x="70088" y="151536"/>
                  <a:pt x="75768" y="151536"/>
                </a:cubicBezTo>
                <a:cubicBezTo>
                  <a:pt x="81448" y="151536"/>
                  <a:pt x="86053" y="146931"/>
                  <a:pt x="86053" y="141251"/>
                </a:cubicBezTo>
                <a:lnTo>
                  <a:pt x="86053" y="86053"/>
                </a:lnTo>
                <a:lnTo>
                  <a:pt x="141251" y="86053"/>
                </a:lnTo>
                <a:cubicBezTo>
                  <a:pt x="146931" y="86053"/>
                  <a:pt x="151536" y="81448"/>
                  <a:pt x="151536" y="75768"/>
                </a:cubicBezTo>
                <a:cubicBezTo>
                  <a:pt x="151536" y="70088"/>
                  <a:pt x="146931" y="65483"/>
                  <a:pt x="141251" y="65483"/>
                </a:cubicBezTo>
                <a:close/>
              </a:path>
            </a:pathLst>
          </a:custGeom>
          <a:solidFill>
            <a:schemeClr val="bg1"/>
          </a:solidFill>
          <a:ln w="646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Graphic 21">
            <a:extLst>
              <a:ext uri="{FF2B5EF4-FFF2-40B4-BE49-F238E27FC236}">
                <a16:creationId xmlns:a16="http://schemas.microsoft.com/office/drawing/2014/main" id="{E66FE37C-2F4B-42DA-BFF6-92DD00BDC49B}"/>
              </a:ext>
            </a:extLst>
          </p:cNvPr>
          <p:cNvSpPr/>
          <p:nvPr userDrawn="1"/>
        </p:nvSpPr>
        <p:spPr>
          <a:xfrm>
            <a:off x="1064053" y="3083338"/>
            <a:ext cx="95759" cy="95759"/>
          </a:xfrm>
          <a:custGeom>
            <a:avLst/>
            <a:gdLst>
              <a:gd name="connsiteX0" fmla="*/ 95759 w 95759"/>
              <a:gd name="connsiteY0" fmla="*/ 47880 h 95759"/>
              <a:gd name="connsiteX1" fmla="*/ 47880 w 95759"/>
              <a:gd name="connsiteY1" fmla="*/ 95759 h 95759"/>
              <a:gd name="connsiteX2" fmla="*/ 0 w 95759"/>
              <a:gd name="connsiteY2" fmla="*/ 47880 h 95759"/>
              <a:gd name="connsiteX3" fmla="*/ 47880 w 95759"/>
              <a:gd name="connsiteY3" fmla="*/ 0 h 95759"/>
              <a:gd name="connsiteX4" fmla="*/ 95759 w 95759"/>
              <a:gd name="connsiteY4" fmla="*/ 47880 h 957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5759" h="95759">
                <a:moveTo>
                  <a:pt x="95759" y="47880"/>
                </a:moveTo>
                <a:cubicBezTo>
                  <a:pt x="95759" y="74323"/>
                  <a:pt x="74323" y="95759"/>
                  <a:pt x="47880" y="95759"/>
                </a:cubicBezTo>
                <a:cubicBezTo>
                  <a:pt x="21436" y="95759"/>
                  <a:pt x="0" y="74323"/>
                  <a:pt x="0" y="47880"/>
                </a:cubicBezTo>
                <a:cubicBezTo>
                  <a:pt x="0" y="21436"/>
                  <a:pt x="21436" y="0"/>
                  <a:pt x="47880" y="0"/>
                </a:cubicBezTo>
                <a:cubicBezTo>
                  <a:pt x="74323" y="0"/>
                  <a:pt x="95759" y="21436"/>
                  <a:pt x="95759" y="47880"/>
                </a:cubicBezTo>
                <a:close/>
              </a:path>
            </a:pathLst>
          </a:custGeom>
          <a:solidFill>
            <a:schemeClr val="bg1"/>
          </a:solidFill>
          <a:ln w="469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Graphic 23">
            <a:extLst>
              <a:ext uri="{FF2B5EF4-FFF2-40B4-BE49-F238E27FC236}">
                <a16:creationId xmlns:a16="http://schemas.microsoft.com/office/drawing/2014/main" id="{DDD38822-731A-48DA-A8A0-FBBAF7A6D65D}"/>
              </a:ext>
            </a:extLst>
          </p:cNvPr>
          <p:cNvSpPr/>
          <p:nvPr userDrawn="1"/>
        </p:nvSpPr>
        <p:spPr>
          <a:xfrm>
            <a:off x="1413405" y="3492870"/>
            <a:ext cx="108625" cy="108625"/>
          </a:xfrm>
          <a:custGeom>
            <a:avLst/>
            <a:gdLst>
              <a:gd name="connsiteX0" fmla="*/ 54313 w 108625"/>
              <a:gd name="connsiteY0" fmla="*/ 16053 h 108625"/>
              <a:gd name="connsiteX1" fmla="*/ 92572 w 108625"/>
              <a:gd name="connsiteY1" fmla="*/ 54313 h 108625"/>
              <a:gd name="connsiteX2" fmla="*/ 54313 w 108625"/>
              <a:gd name="connsiteY2" fmla="*/ 92572 h 108625"/>
              <a:gd name="connsiteX3" fmla="*/ 16053 w 108625"/>
              <a:gd name="connsiteY3" fmla="*/ 54313 h 108625"/>
              <a:gd name="connsiteX4" fmla="*/ 54313 w 108625"/>
              <a:gd name="connsiteY4" fmla="*/ 16053 h 108625"/>
              <a:gd name="connsiteX5" fmla="*/ 54313 w 108625"/>
              <a:gd name="connsiteY5" fmla="*/ 0 h 108625"/>
              <a:gd name="connsiteX6" fmla="*/ 0 w 108625"/>
              <a:gd name="connsiteY6" fmla="*/ 54313 h 108625"/>
              <a:gd name="connsiteX7" fmla="*/ 54313 w 108625"/>
              <a:gd name="connsiteY7" fmla="*/ 108625 h 108625"/>
              <a:gd name="connsiteX8" fmla="*/ 108625 w 108625"/>
              <a:gd name="connsiteY8" fmla="*/ 54313 h 108625"/>
              <a:gd name="connsiteX9" fmla="*/ 54313 w 108625"/>
              <a:gd name="connsiteY9" fmla="*/ 0 h 1086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625" h="108625">
                <a:moveTo>
                  <a:pt x="54313" y="16053"/>
                </a:moveTo>
                <a:cubicBezTo>
                  <a:pt x="75442" y="16053"/>
                  <a:pt x="92572" y="33182"/>
                  <a:pt x="92572" y="54313"/>
                </a:cubicBezTo>
                <a:cubicBezTo>
                  <a:pt x="92572" y="75442"/>
                  <a:pt x="75442" y="92572"/>
                  <a:pt x="54313" y="92572"/>
                </a:cubicBezTo>
                <a:cubicBezTo>
                  <a:pt x="33182" y="92572"/>
                  <a:pt x="16053" y="75442"/>
                  <a:pt x="16053" y="54313"/>
                </a:cubicBezTo>
                <a:cubicBezTo>
                  <a:pt x="16074" y="33191"/>
                  <a:pt x="33191" y="16074"/>
                  <a:pt x="54313" y="16053"/>
                </a:cubicBezTo>
                <a:moveTo>
                  <a:pt x="54313" y="0"/>
                </a:moveTo>
                <a:cubicBezTo>
                  <a:pt x="24317" y="0"/>
                  <a:pt x="0" y="24317"/>
                  <a:pt x="0" y="54313"/>
                </a:cubicBezTo>
                <a:cubicBezTo>
                  <a:pt x="0" y="84309"/>
                  <a:pt x="24317" y="108625"/>
                  <a:pt x="54313" y="108625"/>
                </a:cubicBezTo>
                <a:cubicBezTo>
                  <a:pt x="84309" y="108625"/>
                  <a:pt x="108625" y="84309"/>
                  <a:pt x="108625" y="54313"/>
                </a:cubicBezTo>
                <a:cubicBezTo>
                  <a:pt x="108625" y="24317"/>
                  <a:pt x="84309" y="0"/>
                  <a:pt x="54313" y="0"/>
                </a:cubicBezTo>
                <a:close/>
              </a:path>
            </a:pathLst>
          </a:custGeom>
          <a:solidFill>
            <a:schemeClr val="bg1"/>
          </a:solidFill>
          <a:ln w="516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424820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96CF8C-1EA0-4E47-AC60-CAC3B80A3C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8CABF8-19D8-4F3C-994F-4D35EC7A2C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66FD4D-815A-431C-ADEF-DE6F236F61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DA9DAA-006C-4F4B-980E-E3DF019B24E2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C05CAAB-DBA2-4548-AD5F-01BB97FBB207}"/>
              </a:ext>
            </a:extLst>
          </p:cNvPr>
          <p:cNvCxnSpPr>
            <a:cxnSpLocks/>
          </p:cNvCxnSpPr>
          <p:nvPr/>
        </p:nvCxnSpPr>
        <p:spPr>
          <a:xfrm>
            <a:off x="715890" y="356812"/>
            <a:ext cx="0" cy="6492875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217450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640AAD-80AF-40E7-BE3F-43D32FC68E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91656" y="841248"/>
            <a:ext cx="4434840" cy="3236976"/>
          </a:xfrm>
        </p:spPr>
        <p:txBody>
          <a:bodyPr anchor="b"/>
          <a:lstStyle>
            <a:lvl1pPr algn="l">
              <a:lnSpc>
                <a:spcPct val="110000"/>
              </a:lnSpc>
              <a:spcBef>
                <a:spcPts val="1000"/>
              </a:spcBef>
              <a:defRPr sz="3600" b="0" i="0" cap="none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C80FBD9-0977-4B2B-9318-30774BB0947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391655" y="4498848"/>
            <a:ext cx="4434835" cy="510474"/>
          </a:xfrm>
        </p:spPr>
        <p:txBody>
          <a:bodyPr/>
          <a:lstStyle>
            <a:lvl1pPr marL="0" indent="0" algn="l">
              <a:lnSpc>
                <a:spcPct val="110000"/>
              </a:lnSpc>
              <a:buNone/>
              <a:defRPr sz="1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8C2A2A-62DB-40C0-8AE7-CB9B98649B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9811512" y="1591056"/>
            <a:ext cx="3547872" cy="365125"/>
          </a:xfrm>
        </p:spPr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01EAA4-F44C-4C1F-B8E3-1A3005300F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fld id="{D8DA9DAA-006C-4F4B-980E-E3DF019B24E2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6939C974-0ED4-4915-BBF7-1FB00C18AD45}"/>
              </a:ext>
            </a:extLst>
          </p:cNvPr>
          <p:cNvCxnSpPr>
            <a:cxnSpLocks/>
          </p:cNvCxnSpPr>
          <p:nvPr userDrawn="1"/>
        </p:nvCxnSpPr>
        <p:spPr>
          <a:xfrm>
            <a:off x="11586162" y="3619272"/>
            <a:ext cx="0" cy="3238728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515930B2-E36D-4D05-A6B3-CA1BF61D50CC}"/>
              </a:ext>
            </a:extLst>
          </p:cNvPr>
          <p:cNvSpPr/>
          <p:nvPr userDrawn="1"/>
        </p:nvSpPr>
        <p:spPr>
          <a:xfrm>
            <a:off x="0" y="0"/>
            <a:ext cx="5779911" cy="6858000"/>
          </a:xfrm>
          <a:prstGeom prst="rect">
            <a:avLst/>
          </a:prstGeom>
          <a:gradFill flip="none" rotWithShape="1">
            <a:gsLst>
              <a:gs pos="100000">
                <a:schemeClr val="accent4"/>
              </a:gs>
              <a:gs pos="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9CEC7E0F-60E8-418B-978D-C607C82E97F7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83464" y="301752"/>
            <a:ext cx="5221224" cy="6263640"/>
          </a:xfrm>
        </p:spPr>
        <p:txBody>
          <a:bodyPr anchor="ctr"/>
          <a:lstStyle>
            <a:lvl1pPr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990486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3_Title and Content">
    <p:bg>
      <p:bgPr>
        <a:gradFill>
          <a:gsLst>
            <a:gs pos="100000">
              <a:schemeClr val="accent4"/>
            </a:gs>
            <a:gs pos="0">
              <a:schemeClr val="accent2"/>
            </a:gs>
          </a:gsLst>
          <a:lin ang="189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96CF8C-1EA0-4E47-AC60-CAC3B80A3C5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6072" y="365125"/>
            <a:ext cx="10771632" cy="1325563"/>
          </a:xfrm>
        </p:spPr>
        <p:txBody>
          <a:bodyPr/>
          <a:lstStyle>
            <a:lvl1pPr>
              <a:defRPr sz="5400" b="1" cap="all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8CABF8-19D8-4F3C-994F-4D35EC7A2C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6072" y="1825625"/>
            <a:ext cx="10771632" cy="4351338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97BB2D-4E2C-4490-A2A3-4B68BCC5D2F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8368" y="6356350"/>
            <a:ext cx="2743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9/3/20XX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40F15D-DD72-46D5-BF0F-F506471070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503920" y="841248"/>
            <a:ext cx="3630168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66FD4D-815A-431C-ADEF-DE6F236F61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DA9DAA-006C-4F4B-980E-E3DF019B24E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9" name="Graphic 22">
            <a:extLst>
              <a:ext uri="{FF2B5EF4-FFF2-40B4-BE49-F238E27FC236}">
                <a16:creationId xmlns:a16="http://schemas.microsoft.com/office/drawing/2014/main" id="{4EADA2ED-8A8C-4D17-8798-F26BF3B4CE25}"/>
              </a:ext>
            </a:extLst>
          </p:cNvPr>
          <p:cNvSpPr/>
          <p:nvPr userDrawn="1"/>
        </p:nvSpPr>
        <p:spPr>
          <a:xfrm>
            <a:off x="11202264" y="344083"/>
            <a:ext cx="151536" cy="151536"/>
          </a:xfrm>
          <a:custGeom>
            <a:avLst/>
            <a:gdLst>
              <a:gd name="connsiteX0" fmla="*/ 141251 w 151536"/>
              <a:gd name="connsiteY0" fmla="*/ 65483 h 151536"/>
              <a:gd name="connsiteX1" fmla="*/ 86053 w 151536"/>
              <a:gd name="connsiteY1" fmla="*/ 65483 h 151536"/>
              <a:gd name="connsiteX2" fmla="*/ 86053 w 151536"/>
              <a:gd name="connsiteY2" fmla="*/ 10285 h 151536"/>
              <a:gd name="connsiteX3" fmla="*/ 75768 w 151536"/>
              <a:gd name="connsiteY3" fmla="*/ 0 h 151536"/>
              <a:gd name="connsiteX4" fmla="*/ 65483 w 151536"/>
              <a:gd name="connsiteY4" fmla="*/ 10285 h 151536"/>
              <a:gd name="connsiteX5" fmla="*/ 65483 w 151536"/>
              <a:gd name="connsiteY5" fmla="*/ 65483 h 151536"/>
              <a:gd name="connsiteX6" fmla="*/ 10285 w 151536"/>
              <a:gd name="connsiteY6" fmla="*/ 65483 h 151536"/>
              <a:gd name="connsiteX7" fmla="*/ 0 w 151536"/>
              <a:gd name="connsiteY7" fmla="*/ 75768 h 151536"/>
              <a:gd name="connsiteX8" fmla="*/ 10285 w 151536"/>
              <a:gd name="connsiteY8" fmla="*/ 86053 h 151536"/>
              <a:gd name="connsiteX9" fmla="*/ 65483 w 151536"/>
              <a:gd name="connsiteY9" fmla="*/ 86053 h 151536"/>
              <a:gd name="connsiteX10" fmla="*/ 65483 w 151536"/>
              <a:gd name="connsiteY10" fmla="*/ 141251 h 151536"/>
              <a:gd name="connsiteX11" fmla="*/ 75768 w 151536"/>
              <a:gd name="connsiteY11" fmla="*/ 151536 h 151536"/>
              <a:gd name="connsiteX12" fmla="*/ 86053 w 151536"/>
              <a:gd name="connsiteY12" fmla="*/ 141251 h 151536"/>
              <a:gd name="connsiteX13" fmla="*/ 86053 w 151536"/>
              <a:gd name="connsiteY13" fmla="*/ 86053 h 151536"/>
              <a:gd name="connsiteX14" fmla="*/ 141251 w 151536"/>
              <a:gd name="connsiteY14" fmla="*/ 86053 h 151536"/>
              <a:gd name="connsiteX15" fmla="*/ 151536 w 151536"/>
              <a:gd name="connsiteY15" fmla="*/ 75768 h 151536"/>
              <a:gd name="connsiteX16" fmla="*/ 141251 w 151536"/>
              <a:gd name="connsiteY16" fmla="*/ 65483 h 1515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51536" h="151536">
                <a:moveTo>
                  <a:pt x="141251" y="65483"/>
                </a:moveTo>
                <a:lnTo>
                  <a:pt x="86053" y="65483"/>
                </a:lnTo>
                <a:lnTo>
                  <a:pt x="86053" y="10285"/>
                </a:lnTo>
                <a:cubicBezTo>
                  <a:pt x="86053" y="4605"/>
                  <a:pt x="81448" y="0"/>
                  <a:pt x="75768" y="0"/>
                </a:cubicBezTo>
                <a:cubicBezTo>
                  <a:pt x="70088" y="0"/>
                  <a:pt x="65483" y="4605"/>
                  <a:pt x="65483" y="10285"/>
                </a:cubicBezTo>
                <a:lnTo>
                  <a:pt x="65483" y="65483"/>
                </a:lnTo>
                <a:lnTo>
                  <a:pt x="10285" y="65483"/>
                </a:lnTo>
                <a:cubicBezTo>
                  <a:pt x="4605" y="65483"/>
                  <a:pt x="0" y="70088"/>
                  <a:pt x="0" y="75768"/>
                </a:cubicBezTo>
                <a:cubicBezTo>
                  <a:pt x="0" y="81448"/>
                  <a:pt x="4605" y="86053"/>
                  <a:pt x="10285" y="86053"/>
                </a:cubicBezTo>
                <a:lnTo>
                  <a:pt x="65483" y="86053"/>
                </a:lnTo>
                <a:lnTo>
                  <a:pt x="65483" y="141251"/>
                </a:lnTo>
                <a:cubicBezTo>
                  <a:pt x="65483" y="146931"/>
                  <a:pt x="70088" y="151536"/>
                  <a:pt x="75768" y="151536"/>
                </a:cubicBezTo>
                <a:cubicBezTo>
                  <a:pt x="81448" y="151536"/>
                  <a:pt x="86053" y="146931"/>
                  <a:pt x="86053" y="141251"/>
                </a:cubicBezTo>
                <a:lnTo>
                  <a:pt x="86053" y="86053"/>
                </a:lnTo>
                <a:lnTo>
                  <a:pt x="141251" y="86053"/>
                </a:lnTo>
                <a:cubicBezTo>
                  <a:pt x="146931" y="86053"/>
                  <a:pt x="151536" y="81448"/>
                  <a:pt x="151536" y="75768"/>
                </a:cubicBezTo>
                <a:cubicBezTo>
                  <a:pt x="151536" y="70088"/>
                  <a:pt x="146931" y="65483"/>
                  <a:pt x="141251" y="65483"/>
                </a:cubicBezTo>
                <a:close/>
              </a:path>
            </a:pathLst>
          </a:custGeom>
          <a:solidFill>
            <a:schemeClr val="bg1"/>
          </a:solidFill>
          <a:ln w="646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Graphic 23">
            <a:extLst>
              <a:ext uri="{FF2B5EF4-FFF2-40B4-BE49-F238E27FC236}">
                <a16:creationId xmlns:a16="http://schemas.microsoft.com/office/drawing/2014/main" id="{54AB3A25-6605-4446-9E53-ACEECD25E27B}"/>
              </a:ext>
            </a:extLst>
          </p:cNvPr>
          <p:cNvSpPr/>
          <p:nvPr userDrawn="1"/>
        </p:nvSpPr>
        <p:spPr>
          <a:xfrm>
            <a:off x="11563141" y="590910"/>
            <a:ext cx="108625" cy="108625"/>
          </a:xfrm>
          <a:custGeom>
            <a:avLst/>
            <a:gdLst>
              <a:gd name="connsiteX0" fmla="*/ 54313 w 108625"/>
              <a:gd name="connsiteY0" fmla="*/ 16053 h 108625"/>
              <a:gd name="connsiteX1" fmla="*/ 92572 w 108625"/>
              <a:gd name="connsiteY1" fmla="*/ 54313 h 108625"/>
              <a:gd name="connsiteX2" fmla="*/ 54313 w 108625"/>
              <a:gd name="connsiteY2" fmla="*/ 92572 h 108625"/>
              <a:gd name="connsiteX3" fmla="*/ 16053 w 108625"/>
              <a:gd name="connsiteY3" fmla="*/ 54313 h 108625"/>
              <a:gd name="connsiteX4" fmla="*/ 54313 w 108625"/>
              <a:gd name="connsiteY4" fmla="*/ 16053 h 108625"/>
              <a:gd name="connsiteX5" fmla="*/ 54313 w 108625"/>
              <a:gd name="connsiteY5" fmla="*/ 0 h 108625"/>
              <a:gd name="connsiteX6" fmla="*/ 0 w 108625"/>
              <a:gd name="connsiteY6" fmla="*/ 54313 h 108625"/>
              <a:gd name="connsiteX7" fmla="*/ 54313 w 108625"/>
              <a:gd name="connsiteY7" fmla="*/ 108625 h 108625"/>
              <a:gd name="connsiteX8" fmla="*/ 108625 w 108625"/>
              <a:gd name="connsiteY8" fmla="*/ 54313 h 108625"/>
              <a:gd name="connsiteX9" fmla="*/ 54313 w 108625"/>
              <a:gd name="connsiteY9" fmla="*/ 0 h 1086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625" h="108625">
                <a:moveTo>
                  <a:pt x="54313" y="16053"/>
                </a:moveTo>
                <a:cubicBezTo>
                  <a:pt x="75442" y="16053"/>
                  <a:pt x="92572" y="33182"/>
                  <a:pt x="92572" y="54313"/>
                </a:cubicBezTo>
                <a:cubicBezTo>
                  <a:pt x="92572" y="75442"/>
                  <a:pt x="75442" y="92572"/>
                  <a:pt x="54313" y="92572"/>
                </a:cubicBezTo>
                <a:cubicBezTo>
                  <a:pt x="33182" y="92572"/>
                  <a:pt x="16053" y="75442"/>
                  <a:pt x="16053" y="54313"/>
                </a:cubicBezTo>
                <a:cubicBezTo>
                  <a:pt x="16074" y="33191"/>
                  <a:pt x="33191" y="16074"/>
                  <a:pt x="54313" y="16053"/>
                </a:cubicBezTo>
                <a:moveTo>
                  <a:pt x="54313" y="0"/>
                </a:moveTo>
                <a:cubicBezTo>
                  <a:pt x="24317" y="0"/>
                  <a:pt x="0" y="24317"/>
                  <a:pt x="0" y="54313"/>
                </a:cubicBezTo>
                <a:cubicBezTo>
                  <a:pt x="0" y="84309"/>
                  <a:pt x="24317" y="108625"/>
                  <a:pt x="54313" y="108625"/>
                </a:cubicBezTo>
                <a:cubicBezTo>
                  <a:pt x="84309" y="108625"/>
                  <a:pt x="108625" y="84309"/>
                  <a:pt x="108625" y="54313"/>
                </a:cubicBezTo>
                <a:cubicBezTo>
                  <a:pt x="108625" y="24317"/>
                  <a:pt x="84309" y="0"/>
                  <a:pt x="54313" y="0"/>
                </a:cubicBezTo>
                <a:close/>
              </a:path>
            </a:pathLst>
          </a:custGeom>
          <a:solidFill>
            <a:schemeClr val="bg1"/>
          </a:solidFill>
          <a:ln w="516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22635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257166-6921-4546-BA2C-99E464681F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5B9122-6371-4049-B57A-33DED7DA2F7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444752" y="1825625"/>
            <a:ext cx="4553712" cy="4351338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14555D-0753-4312-A26B-2338813F9BB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784848" y="1825625"/>
            <a:ext cx="4553712" cy="4351338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FB7E8F4-3FB3-45AB-A381-9093CA95AAEE}"/>
              </a:ext>
            </a:extLst>
          </p:cNvPr>
          <p:cNvCxnSpPr>
            <a:cxnSpLocks/>
          </p:cNvCxnSpPr>
          <p:nvPr/>
        </p:nvCxnSpPr>
        <p:spPr>
          <a:xfrm>
            <a:off x="715890" y="356812"/>
            <a:ext cx="0" cy="6492875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Graphic 15">
            <a:extLst>
              <a:ext uri="{FF2B5EF4-FFF2-40B4-BE49-F238E27FC236}">
                <a16:creationId xmlns:a16="http://schemas.microsoft.com/office/drawing/2014/main" id="{D8685329-C6A1-4CB4-8AAE-150D0341F6A2}"/>
              </a:ext>
            </a:extLst>
          </p:cNvPr>
          <p:cNvSpPr/>
          <p:nvPr userDrawn="1"/>
        </p:nvSpPr>
        <p:spPr>
          <a:xfrm>
            <a:off x="10508317" y="492206"/>
            <a:ext cx="139039" cy="139039"/>
          </a:xfrm>
          <a:custGeom>
            <a:avLst/>
            <a:gdLst>
              <a:gd name="connsiteX0" fmla="*/ 129602 w 139039"/>
              <a:gd name="connsiteY0" fmla="*/ 60082 h 139039"/>
              <a:gd name="connsiteX1" fmla="*/ 78957 w 139039"/>
              <a:gd name="connsiteY1" fmla="*/ 60082 h 139039"/>
              <a:gd name="connsiteX2" fmla="*/ 78957 w 139039"/>
              <a:gd name="connsiteY2" fmla="*/ 9437 h 139039"/>
              <a:gd name="connsiteX3" fmla="*/ 69520 w 139039"/>
              <a:gd name="connsiteY3" fmla="*/ 0 h 139039"/>
              <a:gd name="connsiteX4" fmla="*/ 60082 w 139039"/>
              <a:gd name="connsiteY4" fmla="*/ 9437 h 139039"/>
              <a:gd name="connsiteX5" fmla="*/ 60082 w 139039"/>
              <a:gd name="connsiteY5" fmla="*/ 60082 h 139039"/>
              <a:gd name="connsiteX6" fmla="*/ 9437 w 139039"/>
              <a:gd name="connsiteY6" fmla="*/ 60082 h 139039"/>
              <a:gd name="connsiteX7" fmla="*/ 0 w 139039"/>
              <a:gd name="connsiteY7" fmla="*/ 69520 h 139039"/>
              <a:gd name="connsiteX8" fmla="*/ 9437 w 139039"/>
              <a:gd name="connsiteY8" fmla="*/ 78957 h 139039"/>
              <a:gd name="connsiteX9" fmla="*/ 60082 w 139039"/>
              <a:gd name="connsiteY9" fmla="*/ 78957 h 139039"/>
              <a:gd name="connsiteX10" fmla="*/ 60082 w 139039"/>
              <a:gd name="connsiteY10" fmla="*/ 129602 h 139039"/>
              <a:gd name="connsiteX11" fmla="*/ 69520 w 139039"/>
              <a:gd name="connsiteY11" fmla="*/ 139039 h 139039"/>
              <a:gd name="connsiteX12" fmla="*/ 78957 w 139039"/>
              <a:gd name="connsiteY12" fmla="*/ 129602 h 139039"/>
              <a:gd name="connsiteX13" fmla="*/ 78957 w 139039"/>
              <a:gd name="connsiteY13" fmla="*/ 78957 h 139039"/>
              <a:gd name="connsiteX14" fmla="*/ 129602 w 139039"/>
              <a:gd name="connsiteY14" fmla="*/ 78957 h 139039"/>
              <a:gd name="connsiteX15" fmla="*/ 139039 w 139039"/>
              <a:gd name="connsiteY15" fmla="*/ 69520 h 139039"/>
              <a:gd name="connsiteX16" fmla="*/ 129602 w 139039"/>
              <a:gd name="connsiteY16" fmla="*/ 60082 h 1390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39039" h="139039">
                <a:moveTo>
                  <a:pt x="129602" y="60082"/>
                </a:moveTo>
                <a:lnTo>
                  <a:pt x="78957" y="60082"/>
                </a:lnTo>
                <a:lnTo>
                  <a:pt x="78957" y="9437"/>
                </a:lnTo>
                <a:cubicBezTo>
                  <a:pt x="78957" y="4225"/>
                  <a:pt x="74731" y="0"/>
                  <a:pt x="69520" y="0"/>
                </a:cubicBezTo>
                <a:cubicBezTo>
                  <a:pt x="64308" y="0"/>
                  <a:pt x="60082" y="4225"/>
                  <a:pt x="60082" y="9437"/>
                </a:cubicBezTo>
                <a:lnTo>
                  <a:pt x="60082" y="60082"/>
                </a:lnTo>
                <a:lnTo>
                  <a:pt x="9437" y="60082"/>
                </a:lnTo>
                <a:cubicBezTo>
                  <a:pt x="4225" y="60082"/>
                  <a:pt x="0" y="64308"/>
                  <a:pt x="0" y="69520"/>
                </a:cubicBezTo>
                <a:cubicBezTo>
                  <a:pt x="0" y="74731"/>
                  <a:pt x="4225" y="78957"/>
                  <a:pt x="9437" y="78957"/>
                </a:cubicBezTo>
                <a:lnTo>
                  <a:pt x="60082" y="78957"/>
                </a:lnTo>
                <a:lnTo>
                  <a:pt x="60082" y="129602"/>
                </a:lnTo>
                <a:cubicBezTo>
                  <a:pt x="60082" y="134814"/>
                  <a:pt x="64308" y="139039"/>
                  <a:pt x="69520" y="139039"/>
                </a:cubicBezTo>
                <a:cubicBezTo>
                  <a:pt x="74731" y="139039"/>
                  <a:pt x="78957" y="134814"/>
                  <a:pt x="78957" y="129602"/>
                </a:cubicBezTo>
                <a:lnTo>
                  <a:pt x="78957" y="78957"/>
                </a:lnTo>
                <a:lnTo>
                  <a:pt x="129602" y="78957"/>
                </a:lnTo>
                <a:cubicBezTo>
                  <a:pt x="134814" y="78957"/>
                  <a:pt x="139039" y="74731"/>
                  <a:pt x="139039" y="69520"/>
                </a:cubicBezTo>
                <a:cubicBezTo>
                  <a:pt x="139039" y="64308"/>
                  <a:pt x="134814" y="60082"/>
                  <a:pt x="129602" y="60082"/>
                </a:cubicBezTo>
                <a:close/>
              </a:path>
            </a:pathLst>
          </a:custGeom>
          <a:solidFill>
            <a:schemeClr val="accent2"/>
          </a:solidFill>
          <a:ln w="603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Graphic 16">
            <a:extLst>
              <a:ext uri="{FF2B5EF4-FFF2-40B4-BE49-F238E27FC236}">
                <a16:creationId xmlns:a16="http://schemas.microsoft.com/office/drawing/2014/main" id="{83CE1DAA-30A3-41AE-8AE1-A7EE5C48A6F3}"/>
              </a:ext>
            </a:extLst>
          </p:cNvPr>
          <p:cNvSpPr/>
          <p:nvPr userDrawn="1"/>
        </p:nvSpPr>
        <p:spPr>
          <a:xfrm>
            <a:off x="11477944" y="1055581"/>
            <a:ext cx="127714" cy="127714"/>
          </a:xfrm>
          <a:custGeom>
            <a:avLst/>
            <a:gdLst>
              <a:gd name="connsiteX0" fmla="*/ 63857 w 127714"/>
              <a:gd name="connsiteY0" fmla="*/ 18874 h 127714"/>
              <a:gd name="connsiteX1" fmla="*/ 108840 w 127714"/>
              <a:gd name="connsiteY1" fmla="*/ 63857 h 127714"/>
              <a:gd name="connsiteX2" fmla="*/ 63857 w 127714"/>
              <a:gd name="connsiteY2" fmla="*/ 108840 h 127714"/>
              <a:gd name="connsiteX3" fmla="*/ 18874 w 127714"/>
              <a:gd name="connsiteY3" fmla="*/ 63857 h 127714"/>
              <a:gd name="connsiteX4" fmla="*/ 63857 w 127714"/>
              <a:gd name="connsiteY4" fmla="*/ 18874 h 127714"/>
              <a:gd name="connsiteX5" fmla="*/ 63857 w 127714"/>
              <a:gd name="connsiteY5" fmla="*/ 0 h 127714"/>
              <a:gd name="connsiteX6" fmla="*/ 0 w 127714"/>
              <a:gd name="connsiteY6" fmla="*/ 63857 h 127714"/>
              <a:gd name="connsiteX7" fmla="*/ 63857 w 127714"/>
              <a:gd name="connsiteY7" fmla="*/ 127714 h 127714"/>
              <a:gd name="connsiteX8" fmla="*/ 127714 w 127714"/>
              <a:gd name="connsiteY8" fmla="*/ 63857 h 127714"/>
              <a:gd name="connsiteX9" fmla="*/ 63857 w 127714"/>
              <a:gd name="connsiteY9" fmla="*/ 0 h 1277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7714" h="127714">
                <a:moveTo>
                  <a:pt x="63857" y="18874"/>
                </a:moveTo>
                <a:cubicBezTo>
                  <a:pt x="88700" y="18874"/>
                  <a:pt x="108840" y="39014"/>
                  <a:pt x="108840" y="63857"/>
                </a:cubicBezTo>
                <a:cubicBezTo>
                  <a:pt x="108840" y="88700"/>
                  <a:pt x="88700" y="108840"/>
                  <a:pt x="63857" y="108840"/>
                </a:cubicBezTo>
                <a:cubicBezTo>
                  <a:pt x="39014" y="108840"/>
                  <a:pt x="18874" y="88700"/>
                  <a:pt x="18874" y="63857"/>
                </a:cubicBezTo>
                <a:cubicBezTo>
                  <a:pt x="18898" y="39024"/>
                  <a:pt x="39024" y="18898"/>
                  <a:pt x="63857" y="18874"/>
                </a:cubicBezTo>
                <a:moveTo>
                  <a:pt x="63857" y="0"/>
                </a:moveTo>
                <a:cubicBezTo>
                  <a:pt x="28590" y="0"/>
                  <a:pt x="0" y="28590"/>
                  <a:pt x="0" y="63857"/>
                </a:cubicBezTo>
                <a:cubicBezTo>
                  <a:pt x="0" y="99124"/>
                  <a:pt x="28590" y="127714"/>
                  <a:pt x="63857" y="127714"/>
                </a:cubicBezTo>
                <a:cubicBezTo>
                  <a:pt x="99124" y="127714"/>
                  <a:pt x="127714" y="99124"/>
                  <a:pt x="127714" y="63857"/>
                </a:cubicBezTo>
                <a:cubicBezTo>
                  <a:pt x="127714" y="28590"/>
                  <a:pt x="99124" y="0"/>
                  <a:pt x="63857" y="0"/>
                </a:cubicBezTo>
                <a:close/>
              </a:path>
            </a:pathLst>
          </a:custGeom>
          <a:solidFill>
            <a:schemeClr val="accent2"/>
          </a:solidFill>
          <a:ln w="610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Graphic 14">
            <a:extLst>
              <a:ext uri="{FF2B5EF4-FFF2-40B4-BE49-F238E27FC236}">
                <a16:creationId xmlns:a16="http://schemas.microsoft.com/office/drawing/2014/main" id="{065162DD-7ACB-4F9C-90DD-24C743035892}"/>
              </a:ext>
            </a:extLst>
          </p:cNvPr>
          <p:cNvSpPr/>
          <p:nvPr userDrawn="1"/>
        </p:nvSpPr>
        <p:spPr>
          <a:xfrm>
            <a:off x="11241555" y="446637"/>
            <a:ext cx="91138" cy="91138"/>
          </a:xfrm>
          <a:custGeom>
            <a:avLst/>
            <a:gdLst>
              <a:gd name="connsiteX0" fmla="*/ 91138 w 91138"/>
              <a:gd name="connsiteY0" fmla="*/ 45569 h 91138"/>
              <a:gd name="connsiteX1" fmla="*/ 45569 w 91138"/>
              <a:gd name="connsiteY1" fmla="*/ 91138 h 91138"/>
              <a:gd name="connsiteX2" fmla="*/ 0 w 91138"/>
              <a:gd name="connsiteY2" fmla="*/ 45569 h 91138"/>
              <a:gd name="connsiteX3" fmla="*/ 45569 w 91138"/>
              <a:gd name="connsiteY3" fmla="*/ 0 h 91138"/>
              <a:gd name="connsiteX4" fmla="*/ 91138 w 91138"/>
              <a:gd name="connsiteY4" fmla="*/ 45569 h 91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38" h="91138">
                <a:moveTo>
                  <a:pt x="91138" y="45569"/>
                </a:moveTo>
                <a:cubicBezTo>
                  <a:pt x="91138" y="70736"/>
                  <a:pt x="70736" y="91138"/>
                  <a:pt x="45569" y="91138"/>
                </a:cubicBezTo>
                <a:cubicBezTo>
                  <a:pt x="20402" y="91138"/>
                  <a:pt x="0" y="70736"/>
                  <a:pt x="0" y="45569"/>
                </a:cubicBezTo>
                <a:cubicBezTo>
                  <a:pt x="0" y="20402"/>
                  <a:pt x="20402" y="0"/>
                  <a:pt x="45569" y="0"/>
                </a:cubicBezTo>
                <a:cubicBezTo>
                  <a:pt x="70736" y="0"/>
                  <a:pt x="91138" y="20402"/>
                  <a:pt x="91138" y="45569"/>
                </a:cubicBezTo>
                <a:close/>
              </a:path>
            </a:pathLst>
          </a:custGeom>
          <a:solidFill>
            <a:schemeClr val="accent2"/>
          </a:solidFill>
          <a:ln w="422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052880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057AE-3B3B-4261-B912-BF9EB9A58C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A2D237-A706-4712-90CA-B04517CBBE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444752" y="1681163"/>
            <a:ext cx="455371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DE39CA1-2B6D-427E-9688-9093D5865CB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444752" y="2505075"/>
            <a:ext cx="4553712" cy="3684588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3D53357-616B-47F4-944B-F979FE96635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784848" y="1681163"/>
            <a:ext cx="455371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D7EA593-3036-4FB5-94B4-D9431DF0487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784848" y="2505075"/>
            <a:ext cx="4553712" cy="3684588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60F34ED-DA60-4CC2-B735-B0EC5D9FEA35}"/>
              </a:ext>
            </a:extLst>
          </p:cNvPr>
          <p:cNvCxnSpPr>
            <a:cxnSpLocks/>
          </p:cNvCxnSpPr>
          <p:nvPr/>
        </p:nvCxnSpPr>
        <p:spPr>
          <a:xfrm>
            <a:off x="715890" y="356812"/>
            <a:ext cx="0" cy="6492875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Graphic 15">
            <a:extLst>
              <a:ext uri="{FF2B5EF4-FFF2-40B4-BE49-F238E27FC236}">
                <a16:creationId xmlns:a16="http://schemas.microsoft.com/office/drawing/2014/main" id="{A9475260-301F-4744-B1DA-7B00F6FB4342}"/>
              </a:ext>
            </a:extLst>
          </p:cNvPr>
          <p:cNvSpPr/>
          <p:nvPr userDrawn="1"/>
        </p:nvSpPr>
        <p:spPr>
          <a:xfrm>
            <a:off x="10508317" y="492206"/>
            <a:ext cx="139039" cy="139039"/>
          </a:xfrm>
          <a:custGeom>
            <a:avLst/>
            <a:gdLst>
              <a:gd name="connsiteX0" fmla="*/ 129602 w 139039"/>
              <a:gd name="connsiteY0" fmla="*/ 60082 h 139039"/>
              <a:gd name="connsiteX1" fmla="*/ 78957 w 139039"/>
              <a:gd name="connsiteY1" fmla="*/ 60082 h 139039"/>
              <a:gd name="connsiteX2" fmla="*/ 78957 w 139039"/>
              <a:gd name="connsiteY2" fmla="*/ 9437 h 139039"/>
              <a:gd name="connsiteX3" fmla="*/ 69520 w 139039"/>
              <a:gd name="connsiteY3" fmla="*/ 0 h 139039"/>
              <a:gd name="connsiteX4" fmla="*/ 60082 w 139039"/>
              <a:gd name="connsiteY4" fmla="*/ 9437 h 139039"/>
              <a:gd name="connsiteX5" fmla="*/ 60082 w 139039"/>
              <a:gd name="connsiteY5" fmla="*/ 60082 h 139039"/>
              <a:gd name="connsiteX6" fmla="*/ 9437 w 139039"/>
              <a:gd name="connsiteY6" fmla="*/ 60082 h 139039"/>
              <a:gd name="connsiteX7" fmla="*/ 0 w 139039"/>
              <a:gd name="connsiteY7" fmla="*/ 69520 h 139039"/>
              <a:gd name="connsiteX8" fmla="*/ 9437 w 139039"/>
              <a:gd name="connsiteY8" fmla="*/ 78957 h 139039"/>
              <a:gd name="connsiteX9" fmla="*/ 60082 w 139039"/>
              <a:gd name="connsiteY9" fmla="*/ 78957 h 139039"/>
              <a:gd name="connsiteX10" fmla="*/ 60082 w 139039"/>
              <a:gd name="connsiteY10" fmla="*/ 129602 h 139039"/>
              <a:gd name="connsiteX11" fmla="*/ 69520 w 139039"/>
              <a:gd name="connsiteY11" fmla="*/ 139039 h 139039"/>
              <a:gd name="connsiteX12" fmla="*/ 78957 w 139039"/>
              <a:gd name="connsiteY12" fmla="*/ 129602 h 139039"/>
              <a:gd name="connsiteX13" fmla="*/ 78957 w 139039"/>
              <a:gd name="connsiteY13" fmla="*/ 78957 h 139039"/>
              <a:gd name="connsiteX14" fmla="*/ 129602 w 139039"/>
              <a:gd name="connsiteY14" fmla="*/ 78957 h 139039"/>
              <a:gd name="connsiteX15" fmla="*/ 139039 w 139039"/>
              <a:gd name="connsiteY15" fmla="*/ 69520 h 139039"/>
              <a:gd name="connsiteX16" fmla="*/ 129602 w 139039"/>
              <a:gd name="connsiteY16" fmla="*/ 60082 h 1390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39039" h="139039">
                <a:moveTo>
                  <a:pt x="129602" y="60082"/>
                </a:moveTo>
                <a:lnTo>
                  <a:pt x="78957" y="60082"/>
                </a:lnTo>
                <a:lnTo>
                  <a:pt x="78957" y="9437"/>
                </a:lnTo>
                <a:cubicBezTo>
                  <a:pt x="78957" y="4225"/>
                  <a:pt x="74731" y="0"/>
                  <a:pt x="69520" y="0"/>
                </a:cubicBezTo>
                <a:cubicBezTo>
                  <a:pt x="64308" y="0"/>
                  <a:pt x="60082" y="4225"/>
                  <a:pt x="60082" y="9437"/>
                </a:cubicBezTo>
                <a:lnTo>
                  <a:pt x="60082" y="60082"/>
                </a:lnTo>
                <a:lnTo>
                  <a:pt x="9437" y="60082"/>
                </a:lnTo>
                <a:cubicBezTo>
                  <a:pt x="4225" y="60082"/>
                  <a:pt x="0" y="64308"/>
                  <a:pt x="0" y="69520"/>
                </a:cubicBezTo>
                <a:cubicBezTo>
                  <a:pt x="0" y="74731"/>
                  <a:pt x="4225" y="78957"/>
                  <a:pt x="9437" y="78957"/>
                </a:cubicBezTo>
                <a:lnTo>
                  <a:pt x="60082" y="78957"/>
                </a:lnTo>
                <a:lnTo>
                  <a:pt x="60082" y="129602"/>
                </a:lnTo>
                <a:cubicBezTo>
                  <a:pt x="60082" y="134814"/>
                  <a:pt x="64308" y="139039"/>
                  <a:pt x="69520" y="139039"/>
                </a:cubicBezTo>
                <a:cubicBezTo>
                  <a:pt x="74731" y="139039"/>
                  <a:pt x="78957" y="134814"/>
                  <a:pt x="78957" y="129602"/>
                </a:cubicBezTo>
                <a:lnTo>
                  <a:pt x="78957" y="78957"/>
                </a:lnTo>
                <a:lnTo>
                  <a:pt x="129602" y="78957"/>
                </a:lnTo>
                <a:cubicBezTo>
                  <a:pt x="134814" y="78957"/>
                  <a:pt x="139039" y="74731"/>
                  <a:pt x="139039" y="69520"/>
                </a:cubicBezTo>
                <a:cubicBezTo>
                  <a:pt x="139039" y="64308"/>
                  <a:pt x="134814" y="60082"/>
                  <a:pt x="129602" y="60082"/>
                </a:cubicBezTo>
                <a:close/>
              </a:path>
            </a:pathLst>
          </a:custGeom>
          <a:solidFill>
            <a:schemeClr val="accent2"/>
          </a:solidFill>
          <a:ln w="603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Graphic 16">
            <a:extLst>
              <a:ext uri="{FF2B5EF4-FFF2-40B4-BE49-F238E27FC236}">
                <a16:creationId xmlns:a16="http://schemas.microsoft.com/office/drawing/2014/main" id="{9BBD3F4B-0836-48C5-AC68-747456D1DD50}"/>
              </a:ext>
            </a:extLst>
          </p:cNvPr>
          <p:cNvSpPr/>
          <p:nvPr userDrawn="1"/>
        </p:nvSpPr>
        <p:spPr>
          <a:xfrm>
            <a:off x="11477944" y="1055581"/>
            <a:ext cx="127714" cy="127714"/>
          </a:xfrm>
          <a:custGeom>
            <a:avLst/>
            <a:gdLst>
              <a:gd name="connsiteX0" fmla="*/ 63857 w 127714"/>
              <a:gd name="connsiteY0" fmla="*/ 18874 h 127714"/>
              <a:gd name="connsiteX1" fmla="*/ 108840 w 127714"/>
              <a:gd name="connsiteY1" fmla="*/ 63857 h 127714"/>
              <a:gd name="connsiteX2" fmla="*/ 63857 w 127714"/>
              <a:gd name="connsiteY2" fmla="*/ 108840 h 127714"/>
              <a:gd name="connsiteX3" fmla="*/ 18874 w 127714"/>
              <a:gd name="connsiteY3" fmla="*/ 63857 h 127714"/>
              <a:gd name="connsiteX4" fmla="*/ 63857 w 127714"/>
              <a:gd name="connsiteY4" fmla="*/ 18874 h 127714"/>
              <a:gd name="connsiteX5" fmla="*/ 63857 w 127714"/>
              <a:gd name="connsiteY5" fmla="*/ 0 h 127714"/>
              <a:gd name="connsiteX6" fmla="*/ 0 w 127714"/>
              <a:gd name="connsiteY6" fmla="*/ 63857 h 127714"/>
              <a:gd name="connsiteX7" fmla="*/ 63857 w 127714"/>
              <a:gd name="connsiteY7" fmla="*/ 127714 h 127714"/>
              <a:gd name="connsiteX8" fmla="*/ 127714 w 127714"/>
              <a:gd name="connsiteY8" fmla="*/ 63857 h 127714"/>
              <a:gd name="connsiteX9" fmla="*/ 63857 w 127714"/>
              <a:gd name="connsiteY9" fmla="*/ 0 h 1277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7714" h="127714">
                <a:moveTo>
                  <a:pt x="63857" y="18874"/>
                </a:moveTo>
                <a:cubicBezTo>
                  <a:pt x="88700" y="18874"/>
                  <a:pt x="108840" y="39014"/>
                  <a:pt x="108840" y="63857"/>
                </a:cubicBezTo>
                <a:cubicBezTo>
                  <a:pt x="108840" y="88700"/>
                  <a:pt x="88700" y="108840"/>
                  <a:pt x="63857" y="108840"/>
                </a:cubicBezTo>
                <a:cubicBezTo>
                  <a:pt x="39014" y="108840"/>
                  <a:pt x="18874" y="88700"/>
                  <a:pt x="18874" y="63857"/>
                </a:cubicBezTo>
                <a:cubicBezTo>
                  <a:pt x="18898" y="39024"/>
                  <a:pt x="39024" y="18898"/>
                  <a:pt x="63857" y="18874"/>
                </a:cubicBezTo>
                <a:moveTo>
                  <a:pt x="63857" y="0"/>
                </a:moveTo>
                <a:cubicBezTo>
                  <a:pt x="28590" y="0"/>
                  <a:pt x="0" y="28590"/>
                  <a:pt x="0" y="63857"/>
                </a:cubicBezTo>
                <a:cubicBezTo>
                  <a:pt x="0" y="99124"/>
                  <a:pt x="28590" y="127714"/>
                  <a:pt x="63857" y="127714"/>
                </a:cubicBezTo>
                <a:cubicBezTo>
                  <a:pt x="99124" y="127714"/>
                  <a:pt x="127714" y="99124"/>
                  <a:pt x="127714" y="63857"/>
                </a:cubicBezTo>
                <a:cubicBezTo>
                  <a:pt x="127714" y="28590"/>
                  <a:pt x="99124" y="0"/>
                  <a:pt x="63857" y="0"/>
                </a:cubicBezTo>
                <a:close/>
              </a:path>
            </a:pathLst>
          </a:custGeom>
          <a:solidFill>
            <a:schemeClr val="accent2"/>
          </a:solidFill>
          <a:ln w="610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Graphic 14">
            <a:extLst>
              <a:ext uri="{FF2B5EF4-FFF2-40B4-BE49-F238E27FC236}">
                <a16:creationId xmlns:a16="http://schemas.microsoft.com/office/drawing/2014/main" id="{9B4398D5-99F4-4F83-AA77-9B4177648CAF}"/>
              </a:ext>
            </a:extLst>
          </p:cNvPr>
          <p:cNvSpPr/>
          <p:nvPr userDrawn="1"/>
        </p:nvSpPr>
        <p:spPr>
          <a:xfrm>
            <a:off x="11241555" y="446637"/>
            <a:ext cx="91138" cy="91138"/>
          </a:xfrm>
          <a:custGeom>
            <a:avLst/>
            <a:gdLst>
              <a:gd name="connsiteX0" fmla="*/ 91138 w 91138"/>
              <a:gd name="connsiteY0" fmla="*/ 45569 h 91138"/>
              <a:gd name="connsiteX1" fmla="*/ 45569 w 91138"/>
              <a:gd name="connsiteY1" fmla="*/ 91138 h 91138"/>
              <a:gd name="connsiteX2" fmla="*/ 0 w 91138"/>
              <a:gd name="connsiteY2" fmla="*/ 45569 h 91138"/>
              <a:gd name="connsiteX3" fmla="*/ 45569 w 91138"/>
              <a:gd name="connsiteY3" fmla="*/ 0 h 91138"/>
              <a:gd name="connsiteX4" fmla="*/ 91138 w 91138"/>
              <a:gd name="connsiteY4" fmla="*/ 45569 h 91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38" h="91138">
                <a:moveTo>
                  <a:pt x="91138" y="45569"/>
                </a:moveTo>
                <a:cubicBezTo>
                  <a:pt x="91138" y="70736"/>
                  <a:pt x="70736" y="91138"/>
                  <a:pt x="45569" y="91138"/>
                </a:cubicBezTo>
                <a:cubicBezTo>
                  <a:pt x="20402" y="91138"/>
                  <a:pt x="0" y="70736"/>
                  <a:pt x="0" y="45569"/>
                </a:cubicBezTo>
                <a:cubicBezTo>
                  <a:pt x="0" y="20402"/>
                  <a:pt x="20402" y="0"/>
                  <a:pt x="45569" y="0"/>
                </a:cubicBezTo>
                <a:cubicBezTo>
                  <a:pt x="70736" y="0"/>
                  <a:pt x="91138" y="20402"/>
                  <a:pt x="91138" y="45569"/>
                </a:cubicBezTo>
                <a:close/>
              </a:path>
            </a:pathLst>
          </a:custGeom>
          <a:solidFill>
            <a:schemeClr val="accent2"/>
          </a:solidFill>
          <a:ln w="422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375955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1_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057AE-3B3B-4261-B912-BF9EB9A58C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A2D237-A706-4712-90CA-B04517CBBE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444752" y="1681163"/>
            <a:ext cx="28346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DE39CA1-2B6D-427E-9688-9093D5865CB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444752" y="2505075"/>
            <a:ext cx="2834640" cy="3684588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3D53357-616B-47F4-944B-F979FE96635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983480" y="1681163"/>
            <a:ext cx="28346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D7EA593-3036-4FB5-94B4-D9431DF0487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983480" y="2505075"/>
            <a:ext cx="2834640" cy="3684588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60F34ED-DA60-4CC2-B735-B0EC5D9FEA35}"/>
              </a:ext>
            </a:extLst>
          </p:cNvPr>
          <p:cNvCxnSpPr>
            <a:cxnSpLocks/>
          </p:cNvCxnSpPr>
          <p:nvPr/>
        </p:nvCxnSpPr>
        <p:spPr>
          <a:xfrm>
            <a:off x="715890" y="356812"/>
            <a:ext cx="0" cy="6492875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Graphic 15">
            <a:extLst>
              <a:ext uri="{FF2B5EF4-FFF2-40B4-BE49-F238E27FC236}">
                <a16:creationId xmlns:a16="http://schemas.microsoft.com/office/drawing/2014/main" id="{A9475260-301F-4744-B1DA-7B00F6FB4342}"/>
              </a:ext>
            </a:extLst>
          </p:cNvPr>
          <p:cNvSpPr/>
          <p:nvPr userDrawn="1"/>
        </p:nvSpPr>
        <p:spPr>
          <a:xfrm>
            <a:off x="10508317" y="492206"/>
            <a:ext cx="139039" cy="139039"/>
          </a:xfrm>
          <a:custGeom>
            <a:avLst/>
            <a:gdLst>
              <a:gd name="connsiteX0" fmla="*/ 129602 w 139039"/>
              <a:gd name="connsiteY0" fmla="*/ 60082 h 139039"/>
              <a:gd name="connsiteX1" fmla="*/ 78957 w 139039"/>
              <a:gd name="connsiteY1" fmla="*/ 60082 h 139039"/>
              <a:gd name="connsiteX2" fmla="*/ 78957 w 139039"/>
              <a:gd name="connsiteY2" fmla="*/ 9437 h 139039"/>
              <a:gd name="connsiteX3" fmla="*/ 69520 w 139039"/>
              <a:gd name="connsiteY3" fmla="*/ 0 h 139039"/>
              <a:gd name="connsiteX4" fmla="*/ 60082 w 139039"/>
              <a:gd name="connsiteY4" fmla="*/ 9437 h 139039"/>
              <a:gd name="connsiteX5" fmla="*/ 60082 w 139039"/>
              <a:gd name="connsiteY5" fmla="*/ 60082 h 139039"/>
              <a:gd name="connsiteX6" fmla="*/ 9437 w 139039"/>
              <a:gd name="connsiteY6" fmla="*/ 60082 h 139039"/>
              <a:gd name="connsiteX7" fmla="*/ 0 w 139039"/>
              <a:gd name="connsiteY7" fmla="*/ 69520 h 139039"/>
              <a:gd name="connsiteX8" fmla="*/ 9437 w 139039"/>
              <a:gd name="connsiteY8" fmla="*/ 78957 h 139039"/>
              <a:gd name="connsiteX9" fmla="*/ 60082 w 139039"/>
              <a:gd name="connsiteY9" fmla="*/ 78957 h 139039"/>
              <a:gd name="connsiteX10" fmla="*/ 60082 w 139039"/>
              <a:gd name="connsiteY10" fmla="*/ 129602 h 139039"/>
              <a:gd name="connsiteX11" fmla="*/ 69520 w 139039"/>
              <a:gd name="connsiteY11" fmla="*/ 139039 h 139039"/>
              <a:gd name="connsiteX12" fmla="*/ 78957 w 139039"/>
              <a:gd name="connsiteY12" fmla="*/ 129602 h 139039"/>
              <a:gd name="connsiteX13" fmla="*/ 78957 w 139039"/>
              <a:gd name="connsiteY13" fmla="*/ 78957 h 139039"/>
              <a:gd name="connsiteX14" fmla="*/ 129602 w 139039"/>
              <a:gd name="connsiteY14" fmla="*/ 78957 h 139039"/>
              <a:gd name="connsiteX15" fmla="*/ 139039 w 139039"/>
              <a:gd name="connsiteY15" fmla="*/ 69520 h 139039"/>
              <a:gd name="connsiteX16" fmla="*/ 129602 w 139039"/>
              <a:gd name="connsiteY16" fmla="*/ 60082 h 1390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39039" h="139039">
                <a:moveTo>
                  <a:pt x="129602" y="60082"/>
                </a:moveTo>
                <a:lnTo>
                  <a:pt x="78957" y="60082"/>
                </a:lnTo>
                <a:lnTo>
                  <a:pt x="78957" y="9437"/>
                </a:lnTo>
                <a:cubicBezTo>
                  <a:pt x="78957" y="4225"/>
                  <a:pt x="74731" y="0"/>
                  <a:pt x="69520" y="0"/>
                </a:cubicBezTo>
                <a:cubicBezTo>
                  <a:pt x="64308" y="0"/>
                  <a:pt x="60082" y="4225"/>
                  <a:pt x="60082" y="9437"/>
                </a:cubicBezTo>
                <a:lnTo>
                  <a:pt x="60082" y="60082"/>
                </a:lnTo>
                <a:lnTo>
                  <a:pt x="9437" y="60082"/>
                </a:lnTo>
                <a:cubicBezTo>
                  <a:pt x="4225" y="60082"/>
                  <a:pt x="0" y="64308"/>
                  <a:pt x="0" y="69520"/>
                </a:cubicBezTo>
                <a:cubicBezTo>
                  <a:pt x="0" y="74731"/>
                  <a:pt x="4225" y="78957"/>
                  <a:pt x="9437" y="78957"/>
                </a:cubicBezTo>
                <a:lnTo>
                  <a:pt x="60082" y="78957"/>
                </a:lnTo>
                <a:lnTo>
                  <a:pt x="60082" y="129602"/>
                </a:lnTo>
                <a:cubicBezTo>
                  <a:pt x="60082" y="134814"/>
                  <a:pt x="64308" y="139039"/>
                  <a:pt x="69520" y="139039"/>
                </a:cubicBezTo>
                <a:cubicBezTo>
                  <a:pt x="74731" y="139039"/>
                  <a:pt x="78957" y="134814"/>
                  <a:pt x="78957" y="129602"/>
                </a:cubicBezTo>
                <a:lnTo>
                  <a:pt x="78957" y="78957"/>
                </a:lnTo>
                <a:lnTo>
                  <a:pt x="129602" y="78957"/>
                </a:lnTo>
                <a:cubicBezTo>
                  <a:pt x="134814" y="78957"/>
                  <a:pt x="139039" y="74731"/>
                  <a:pt x="139039" y="69520"/>
                </a:cubicBezTo>
                <a:cubicBezTo>
                  <a:pt x="139039" y="64308"/>
                  <a:pt x="134814" y="60082"/>
                  <a:pt x="129602" y="60082"/>
                </a:cubicBezTo>
                <a:close/>
              </a:path>
            </a:pathLst>
          </a:custGeom>
          <a:solidFill>
            <a:schemeClr val="accent2"/>
          </a:solidFill>
          <a:ln w="603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Graphic 16">
            <a:extLst>
              <a:ext uri="{FF2B5EF4-FFF2-40B4-BE49-F238E27FC236}">
                <a16:creationId xmlns:a16="http://schemas.microsoft.com/office/drawing/2014/main" id="{9BBD3F4B-0836-48C5-AC68-747456D1DD50}"/>
              </a:ext>
            </a:extLst>
          </p:cNvPr>
          <p:cNvSpPr/>
          <p:nvPr userDrawn="1"/>
        </p:nvSpPr>
        <p:spPr>
          <a:xfrm>
            <a:off x="11477944" y="1055581"/>
            <a:ext cx="127714" cy="127714"/>
          </a:xfrm>
          <a:custGeom>
            <a:avLst/>
            <a:gdLst>
              <a:gd name="connsiteX0" fmla="*/ 63857 w 127714"/>
              <a:gd name="connsiteY0" fmla="*/ 18874 h 127714"/>
              <a:gd name="connsiteX1" fmla="*/ 108840 w 127714"/>
              <a:gd name="connsiteY1" fmla="*/ 63857 h 127714"/>
              <a:gd name="connsiteX2" fmla="*/ 63857 w 127714"/>
              <a:gd name="connsiteY2" fmla="*/ 108840 h 127714"/>
              <a:gd name="connsiteX3" fmla="*/ 18874 w 127714"/>
              <a:gd name="connsiteY3" fmla="*/ 63857 h 127714"/>
              <a:gd name="connsiteX4" fmla="*/ 63857 w 127714"/>
              <a:gd name="connsiteY4" fmla="*/ 18874 h 127714"/>
              <a:gd name="connsiteX5" fmla="*/ 63857 w 127714"/>
              <a:gd name="connsiteY5" fmla="*/ 0 h 127714"/>
              <a:gd name="connsiteX6" fmla="*/ 0 w 127714"/>
              <a:gd name="connsiteY6" fmla="*/ 63857 h 127714"/>
              <a:gd name="connsiteX7" fmla="*/ 63857 w 127714"/>
              <a:gd name="connsiteY7" fmla="*/ 127714 h 127714"/>
              <a:gd name="connsiteX8" fmla="*/ 127714 w 127714"/>
              <a:gd name="connsiteY8" fmla="*/ 63857 h 127714"/>
              <a:gd name="connsiteX9" fmla="*/ 63857 w 127714"/>
              <a:gd name="connsiteY9" fmla="*/ 0 h 1277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7714" h="127714">
                <a:moveTo>
                  <a:pt x="63857" y="18874"/>
                </a:moveTo>
                <a:cubicBezTo>
                  <a:pt x="88700" y="18874"/>
                  <a:pt x="108840" y="39014"/>
                  <a:pt x="108840" y="63857"/>
                </a:cubicBezTo>
                <a:cubicBezTo>
                  <a:pt x="108840" y="88700"/>
                  <a:pt x="88700" y="108840"/>
                  <a:pt x="63857" y="108840"/>
                </a:cubicBezTo>
                <a:cubicBezTo>
                  <a:pt x="39014" y="108840"/>
                  <a:pt x="18874" y="88700"/>
                  <a:pt x="18874" y="63857"/>
                </a:cubicBezTo>
                <a:cubicBezTo>
                  <a:pt x="18898" y="39024"/>
                  <a:pt x="39024" y="18898"/>
                  <a:pt x="63857" y="18874"/>
                </a:cubicBezTo>
                <a:moveTo>
                  <a:pt x="63857" y="0"/>
                </a:moveTo>
                <a:cubicBezTo>
                  <a:pt x="28590" y="0"/>
                  <a:pt x="0" y="28590"/>
                  <a:pt x="0" y="63857"/>
                </a:cubicBezTo>
                <a:cubicBezTo>
                  <a:pt x="0" y="99124"/>
                  <a:pt x="28590" y="127714"/>
                  <a:pt x="63857" y="127714"/>
                </a:cubicBezTo>
                <a:cubicBezTo>
                  <a:pt x="99124" y="127714"/>
                  <a:pt x="127714" y="99124"/>
                  <a:pt x="127714" y="63857"/>
                </a:cubicBezTo>
                <a:cubicBezTo>
                  <a:pt x="127714" y="28590"/>
                  <a:pt x="99124" y="0"/>
                  <a:pt x="63857" y="0"/>
                </a:cubicBezTo>
                <a:close/>
              </a:path>
            </a:pathLst>
          </a:custGeom>
          <a:solidFill>
            <a:schemeClr val="accent2"/>
          </a:solidFill>
          <a:ln w="610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Graphic 14">
            <a:extLst>
              <a:ext uri="{FF2B5EF4-FFF2-40B4-BE49-F238E27FC236}">
                <a16:creationId xmlns:a16="http://schemas.microsoft.com/office/drawing/2014/main" id="{9B4398D5-99F4-4F83-AA77-9B4177648CAF}"/>
              </a:ext>
            </a:extLst>
          </p:cNvPr>
          <p:cNvSpPr/>
          <p:nvPr userDrawn="1"/>
        </p:nvSpPr>
        <p:spPr>
          <a:xfrm>
            <a:off x="11241555" y="446637"/>
            <a:ext cx="91138" cy="91138"/>
          </a:xfrm>
          <a:custGeom>
            <a:avLst/>
            <a:gdLst>
              <a:gd name="connsiteX0" fmla="*/ 91138 w 91138"/>
              <a:gd name="connsiteY0" fmla="*/ 45569 h 91138"/>
              <a:gd name="connsiteX1" fmla="*/ 45569 w 91138"/>
              <a:gd name="connsiteY1" fmla="*/ 91138 h 91138"/>
              <a:gd name="connsiteX2" fmla="*/ 0 w 91138"/>
              <a:gd name="connsiteY2" fmla="*/ 45569 h 91138"/>
              <a:gd name="connsiteX3" fmla="*/ 45569 w 91138"/>
              <a:gd name="connsiteY3" fmla="*/ 0 h 91138"/>
              <a:gd name="connsiteX4" fmla="*/ 91138 w 91138"/>
              <a:gd name="connsiteY4" fmla="*/ 45569 h 91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38" h="91138">
                <a:moveTo>
                  <a:pt x="91138" y="45569"/>
                </a:moveTo>
                <a:cubicBezTo>
                  <a:pt x="91138" y="70736"/>
                  <a:pt x="70736" y="91138"/>
                  <a:pt x="45569" y="91138"/>
                </a:cubicBezTo>
                <a:cubicBezTo>
                  <a:pt x="20402" y="91138"/>
                  <a:pt x="0" y="70736"/>
                  <a:pt x="0" y="45569"/>
                </a:cubicBezTo>
                <a:cubicBezTo>
                  <a:pt x="0" y="20402"/>
                  <a:pt x="20402" y="0"/>
                  <a:pt x="45569" y="0"/>
                </a:cubicBezTo>
                <a:cubicBezTo>
                  <a:pt x="70736" y="0"/>
                  <a:pt x="91138" y="20402"/>
                  <a:pt x="91138" y="45569"/>
                </a:cubicBezTo>
                <a:close/>
              </a:path>
            </a:pathLst>
          </a:custGeom>
          <a:solidFill>
            <a:schemeClr val="accent2"/>
          </a:solidFill>
          <a:ln w="422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2D693B15-7265-4478-9579-62FCD5222D0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531352" y="1769269"/>
            <a:ext cx="28346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Content Placeholder 5">
            <a:extLst>
              <a:ext uri="{FF2B5EF4-FFF2-40B4-BE49-F238E27FC236}">
                <a16:creationId xmlns:a16="http://schemas.microsoft.com/office/drawing/2014/main" id="{48F9E92F-BB16-4896-A47F-6497C3D705B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531352" y="2593181"/>
            <a:ext cx="2834640" cy="3684588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237307981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640AAD-80AF-40E7-BE3F-43D32FC68ED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391656" y="804672"/>
            <a:ext cx="4434840" cy="886968"/>
          </a:xfrm>
        </p:spPr>
        <p:txBody>
          <a:bodyPr anchor="b"/>
          <a:lstStyle>
            <a:lvl1pPr algn="l">
              <a:defRPr sz="5400" b="0" i="0" cap="none" baseline="0"/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C80FBD9-0977-4B2B-9318-30774BB0947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391654" y="1801368"/>
            <a:ext cx="4434840" cy="4754880"/>
          </a:xfrm>
        </p:spPr>
        <p:txBody>
          <a:bodyPr>
            <a:normAutofit/>
          </a:bodyPr>
          <a:lstStyle>
            <a:lvl1pPr marL="0" indent="0" algn="l">
              <a:lnSpc>
                <a:spcPct val="110000"/>
              </a:lnSpc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8C2A2A-62DB-40C0-8AE7-CB9B98649B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9811512" y="1591056"/>
            <a:ext cx="3547872" cy="365125"/>
          </a:xfrm>
        </p:spPr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01EAA4-F44C-4C1F-B8E3-1A3005300F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fld id="{D8DA9DAA-006C-4F4B-980E-E3DF019B24E2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6939C974-0ED4-4915-BBF7-1FB00C18AD45}"/>
              </a:ext>
            </a:extLst>
          </p:cNvPr>
          <p:cNvCxnSpPr>
            <a:cxnSpLocks/>
          </p:cNvCxnSpPr>
          <p:nvPr userDrawn="1"/>
        </p:nvCxnSpPr>
        <p:spPr>
          <a:xfrm>
            <a:off x="11586162" y="3619272"/>
            <a:ext cx="0" cy="3238728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515930B2-E36D-4D05-A6B3-CA1BF61D50CC}"/>
              </a:ext>
            </a:extLst>
          </p:cNvPr>
          <p:cNvSpPr/>
          <p:nvPr userDrawn="1"/>
        </p:nvSpPr>
        <p:spPr>
          <a:xfrm>
            <a:off x="0" y="0"/>
            <a:ext cx="5779911" cy="6858000"/>
          </a:xfrm>
          <a:prstGeom prst="rect">
            <a:avLst/>
          </a:prstGeom>
          <a:gradFill flip="none" rotWithShape="1">
            <a:gsLst>
              <a:gs pos="100000">
                <a:schemeClr val="accent4"/>
              </a:gs>
              <a:gs pos="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9CEC7E0F-60E8-418B-978D-C607C82E97F7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83464" y="3108960"/>
            <a:ext cx="5221224" cy="3447288"/>
          </a:xfrm>
        </p:spPr>
        <p:txBody>
          <a:bodyPr anchor="ctr"/>
          <a:lstStyle>
            <a:lvl1pPr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0" name="Picture Placeholder 12">
            <a:extLst>
              <a:ext uri="{FF2B5EF4-FFF2-40B4-BE49-F238E27FC236}">
                <a16:creationId xmlns:a16="http://schemas.microsoft.com/office/drawing/2014/main" id="{F146D6C1-343E-4F97-A565-55BBB15F4C77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283464" y="301752"/>
            <a:ext cx="2459736" cy="2505456"/>
          </a:xfrm>
        </p:spPr>
        <p:txBody>
          <a:bodyPr anchor="ctr"/>
          <a:lstStyle>
            <a:lvl1pPr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1" name="Picture Placeholder 12">
            <a:extLst>
              <a:ext uri="{FF2B5EF4-FFF2-40B4-BE49-F238E27FC236}">
                <a16:creationId xmlns:a16="http://schemas.microsoft.com/office/drawing/2014/main" id="{BA123E2D-4554-47D5-B0EC-0C47EDB4162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044952" y="301752"/>
            <a:ext cx="2459736" cy="2505456"/>
          </a:xfrm>
        </p:spPr>
        <p:txBody>
          <a:bodyPr anchor="ctr"/>
          <a:lstStyle>
            <a:lvl1pPr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5789148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Only">
    <p:bg>
      <p:bgPr>
        <a:gradFill>
          <a:gsLst>
            <a:gs pos="100000">
              <a:schemeClr val="accent4"/>
            </a:gs>
            <a:gs pos="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icture Placeholder 32">
            <a:extLst>
              <a:ext uri="{FF2B5EF4-FFF2-40B4-BE49-F238E27FC236}">
                <a16:creationId xmlns:a16="http://schemas.microsoft.com/office/drawing/2014/main" id="{3186EA6A-5CD5-4DF7-9C8A-EDFAF28A80D9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777111" y="407499"/>
            <a:ext cx="1952279" cy="1952279"/>
          </a:xfrm>
          <a:custGeom>
            <a:avLst/>
            <a:gdLst>
              <a:gd name="connsiteX0" fmla="*/ 976140 w 1952279"/>
              <a:gd name="connsiteY0" fmla="*/ 0 h 1952279"/>
              <a:gd name="connsiteX1" fmla="*/ 1952279 w 1952279"/>
              <a:gd name="connsiteY1" fmla="*/ 976140 h 1952279"/>
              <a:gd name="connsiteX2" fmla="*/ 976140 w 1952279"/>
              <a:gd name="connsiteY2" fmla="*/ 1952279 h 1952279"/>
              <a:gd name="connsiteX3" fmla="*/ 0 w 1952279"/>
              <a:gd name="connsiteY3" fmla="*/ 976140 h 1952279"/>
              <a:gd name="connsiteX4" fmla="*/ 976140 w 1952279"/>
              <a:gd name="connsiteY4" fmla="*/ 0 h 1952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52279" h="1952279">
                <a:moveTo>
                  <a:pt x="976140" y="0"/>
                </a:moveTo>
                <a:cubicBezTo>
                  <a:pt x="1515247" y="0"/>
                  <a:pt x="1952279" y="437033"/>
                  <a:pt x="1952279" y="976140"/>
                </a:cubicBezTo>
                <a:cubicBezTo>
                  <a:pt x="1952279" y="1515246"/>
                  <a:pt x="1515247" y="1952279"/>
                  <a:pt x="976140" y="1952279"/>
                </a:cubicBezTo>
                <a:cubicBezTo>
                  <a:pt x="437033" y="1952279"/>
                  <a:pt x="0" y="1515246"/>
                  <a:pt x="0" y="976140"/>
                </a:cubicBezTo>
                <a:cubicBezTo>
                  <a:pt x="0" y="437033"/>
                  <a:pt x="437033" y="0"/>
                  <a:pt x="976140" y="0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 sz="1800"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2" name="Picture Placeholder 31">
            <a:extLst>
              <a:ext uri="{FF2B5EF4-FFF2-40B4-BE49-F238E27FC236}">
                <a16:creationId xmlns:a16="http://schemas.microsoft.com/office/drawing/2014/main" id="{83D5117F-F235-498D-99A5-9DE2D66557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528345" y="1972581"/>
            <a:ext cx="2290065" cy="2273502"/>
          </a:xfrm>
          <a:custGeom>
            <a:avLst/>
            <a:gdLst>
              <a:gd name="connsiteX0" fmla="*/ 1145032 w 2290065"/>
              <a:gd name="connsiteY0" fmla="*/ 0 h 2273502"/>
              <a:gd name="connsiteX1" fmla="*/ 2290065 w 2290065"/>
              <a:gd name="connsiteY1" fmla="*/ 1145033 h 2273502"/>
              <a:gd name="connsiteX2" fmla="*/ 1375797 w 2290065"/>
              <a:gd name="connsiteY2" fmla="*/ 2266803 h 2273502"/>
              <a:gd name="connsiteX3" fmla="*/ 1331903 w 2290065"/>
              <a:gd name="connsiteY3" fmla="*/ 2273502 h 2273502"/>
              <a:gd name="connsiteX4" fmla="*/ 958162 w 2290065"/>
              <a:gd name="connsiteY4" fmla="*/ 2273502 h 2273502"/>
              <a:gd name="connsiteX5" fmla="*/ 914268 w 2290065"/>
              <a:gd name="connsiteY5" fmla="*/ 2266803 h 2273502"/>
              <a:gd name="connsiteX6" fmla="*/ 5911 w 2290065"/>
              <a:gd name="connsiteY6" fmla="*/ 1262106 h 2273502"/>
              <a:gd name="connsiteX7" fmla="*/ 0 w 2290065"/>
              <a:gd name="connsiteY7" fmla="*/ 1145053 h 2273502"/>
              <a:gd name="connsiteX8" fmla="*/ 0 w 2290065"/>
              <a:gd name="connsiteY8" fmla="*/ 1145014 h 2273502"/>
              <a:gd name="connsiteX9" fmla="*/ 5911 w 2290065"/>
              <a:gd name="connsiteY9" fmla="*/ 1027960 h 2273502"/>
              <a:gd name="connsiteX10" fmla="*/ 1145032 w 2290065"/>
              <a:gd name="connsiteY10" fmla="*/ 0 h 22735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290065" h="2273502">
                <a:moveTo>
                  <a:pt x="1145032" y="0"/>
                </a:moveTo>
                <a:cubicBezTo>
                  <a:pt x="1777417" y="0"/>
                  <a:pt x="2290065" y="512649"/>
                  <a:pt x="2290065" y="1145033"/>
                </a:cubicBezTo>
                <a:cubicBezTo>
                  <a:pt x="2290065" y="1698370"/>
                  <a:pt x="1897569" y="2160033"/>
                  <a:pt x="1375797" y="2266803"/>
                </a:cubicBezTo>
                <a:lnTo>
                  <a:pt x="1331903" y="2273502"/>
                </a:lnTo>
                <a:lnTo>
                  <a:pt x="958162" y="2273502"/>
                </a:lnTo>
                <a:lnTo>
                  <a:pt x="914268" y="2266803"/>
                </a:lnTo>
                <a:cubicBezTo>
                  <a:pt x="429765" y="2167660"/>
                  <a:pt x="56730" y="1762511"/>
                  <a:pt x="5911" y="1262106"/>
                </a:cubicBezTo>
                <a:lnTo>
                  <a:pt x="0" y="1145053"/>
                </a:lnTo>
                <a:lnTo>
                  <a:pt x="0" y="1145014"/>
                </a:lnTo>
                <a:lnTo>
                  <a:pt x="5911" y="1027960"/>
                </a:lnTo>
                <a:cubicBezTo>
                  <a:pt x="64548" y="450571"/>
                  <a:pt x="552172" y="0"/>
                  <a:pt x="1145032" y="0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 sz="1800"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1" name="Picture Placeholder 30">
            <a:extLst>
              <a:ext uri="{FF2B5EF4-FFF2-40B4-BE49-F238E27FC236}">
                <a16:creationId xmlns:a16="http://schemas.microsoft.com/office/drawing/2014/main" id="{E1E0A794-F1D3-4628-B5B1-9D48AB34C3D4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5579539" y="4386312"/>
            <a:ext cx="3119293" cy="2462810"/>
          </a:xfrm>
          <a:custGeom>
            <a:avLst/>
            <a:gdLst>
              <a:gd name="connsiteX0" fmla="*/ 1559647 w 3119293"/>
              <a:gd name="connsiteY0" fmla="*/ 0 h 2462810"/>
              <a:gd name="connsiteX1" fmla="*/ 3119293 w 3119293"/>
              <a:gd name="connsiteY1" fmla="*/ 1559647 h 2462810"/>
              <a:gd name="connsiteX2" fmla="*/ 2852930 w 3119293"/>
              <a:gd name="connsiteY2" fmla="*/ 2431660 h 2462810"/>
              <a:gd name="connsiteX3" fmla="*/ 2829636 w 3119293"/>
              <a:gd name="connsiteY3" fmla="*/ 2462810 h 2462810"/>
              <a:gd name="connsiteX4" fmla="*/ 289658 w 3119293"/>
              <a:gd name="connsiteY4" fmla="*/ 2462810 h 2462810"/>
              <a:gd name="connsiteX5" fmla="*/ 266363 w 3119293"/>
              <a:gd name="connsiteY5" fmla="*/ 2431660 h 2462810"/>
              <a:gd name="connsiteX6" fmla="*/ 0 w 3119293"/>
              <a:gd name="connsiteY6" fmla="*/ 1559647 h 2462810"/>
              <a:gd name="connsiteX7" fmla="*/ 1559647 w 3119293"/>
              <a:gd name="connsiteY7" fmla="*/ 0 h 24628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119293" h="2462810">
                <a:moveTo>
                  <a:pt x="1559647" y="0"/>
                </a:moveTo>
                <a:cubicBezTo>
                  <a:pt x="2421016" y="0"/>
                  <a:pt x="3119293" y="698278"/>
                  <a:pt x="3119293" y="1559647"/>
                </a:cubicBezTo>
                <a:cubicBezTo>
                  <a:pt x="3119293" y="1882660"/>
                  <a:pt x="3021098" y="2182739"/>
                  <a:pt x="2852930" y="2431660"/>
                </a:cubicBezTo>
                <a:lnTo>
                  <a:pt x="2829636" y="2462810"/>
                </a:lnTo>
                <a:lnTo>
                  <a:pt x="289658" y="2462810"/>
                </a:lnTo>
                <a:lnTo>
                  <a:pt x="266363" y="2431660"/>
                </a:lnTo>
                <a:cubicBezTo>
                  <a:pt x="98195" y="2182739"/>
                  <a:pt x="0" y="1882660"/>
                  <a:pt x="0" y="1559647"/>
                </a:cubicBezTo>
                <a:cubicBezTo>
                  <a:pt x="0" y="698278"/>
                  <a:pt x="698278" y="0"/>
                  <a:pt x="1559647" y="0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 sz="1800"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0" name="Picture Placeholder 29">
            <a:extLst>
              <a:ext uri="{FF2B5EF4-FFF2-40B4-BE49-F238E27FC236}">
                <a16:creationId xmlns:a16="http://schemas.microsoft.com/office/drawing/2014/main" id="{B8D3F45B-B631-47D3-A33C-71CEC2B3602C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1092905" y="4018982"/>
            <a:ext cx="3854161" cy="2839018"/>
          </a:xfrm>
          <a:custGeom>
            <a:avLst/>
            <a:gdLst>
              <a:gd name="connsiteX0" fmla="*/ 1927061 w 3854161"/>
              <a:gd name="connsiteY0" fmla="*/ 0 h 2839018"/>
              <a:gd name="connsiteX1" fmla="*/ 1927101 w 3854161"/>
              <a:gd name="connsiteY1" fmla="*/ 0 h 2839018"/>
              <a:gd name="connsiteX2" fmla="*/ 2124114 w 3854161"/>
              <a:gd name="connsiteY2" fmla="*/ 9948 h 2839018"/>
              <a:gd name="connsiteX3" fmla="*/ 3854161 w 3854161"/>
              <a:gd name="connsiteY3" fmla="*/ 1927080 h 2839018"/>
              <a:gd name="connsiteX4" fmla="*/ 3702722 w 3854161"/>
              <a:gd name="connsiteY4" fmla="*/ 2677187 h 2839018"/>
              <a:gd name="connsiteX5" fmla="*/ 3624763 w 3854161"/>
              <a:gd name="connsiteY5" fmla="*/ 2839018 h 2839018"/>
              <a:gd name="connsiteX6" fmla="*/ 229398 w 3854161"/>
              <a:gd name="connsiteY6" fmla="*/ 2839018 h 2839018"/>
              <a:gd name="connsiteX7" fmla="*/ 151440 w 3854161"/>
              <a:gd name="connsiteY7" fmla="*/ 2677187 h 2839018"/>
              <a:gd name="connsiteX8" fmla="*/ 0 w 3854161"/>
              <a:gd name="connsiteY8" fmla="*/ 1927080 h 2839018"/>
              <a:gd name="connsiteX9" fmla="*/ 1730048 w 3854161"/>
              <a:gd name="connsiteY9" fmla="*/ 9948 h 28390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3854161" h="2839018">
                <a:moveTo>
                  <a:pt x="1927061" y="0"/>
                </a:moveTo>
                <a:lnTo>
                  <a:pt x="1927101" y="0"/>
                </a:lnTo>
                <a:lnTo>
                  <a:pt x="2124114" y="9948"/>
                </a:lnTo>
                <a:cubicBezTo>
                  <a:pt x="3095856" y="108634"/>
                  <a:pt x="3854161" y="929301"/>
                  <a:pt x="3854161" y="1927080"/>
                </a:cubicBezTo>
                <a:cubicBezTo>
                  <a:pt x="3854161" y="2193154"/>
                  <a:pt x="3800237" y="2446634"/>
                  <a:pt x="3702722" y="2677187"/>
                </a:cubicBezTo>
                <a:lnTo>
                  <a:pt x="3624763" y="2839018"/>
                </a:lnTo>
                <a:lnTo>
                  <a:pt x="229398" y="2839018"/>
                </a:lnTo>
                <a:lnTo>
                  <a:pt x="151440" y="2677187"/>
                </a:lnTo>
                <a:cubicBezTo>
                  <a:pt x="53924" y="2446634"/>
                  <a:pt x="0" y="2193154"/>
                  <a:pt x="0" y="1927080"/>
                </a:cubicBezTo>
                <a:cubicBezTo>
                  <a:pt x="0" y="929301"/>
                  <a:pt x="758305" y="108634"/>
                  <a:pt x="1730048" y="9948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 sz="1800"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969F227-D21C-48B3-828A-6BFA9585E8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720" y="585216"/>
            <a:ext cx="5276088" cy="2276856"/>
          </a:xfrm>
        </p:spPr>
        <p:txBody>
          <a:bodyPr anchor="b"/>
          <a:lstStyle>
            <a:lvl1pPr algn="r">
              <a:defRPr sz="4800" b="1" cap="all" spc="40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DF1DFFF-E5C5-43DF-B71C-7270DB97372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8368" y="201168"/>
            <a:ext cx="2743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9/3/20XX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EBC03C0-6EB7-4633-967C-12C35768BB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-548640" y="1938528"/>
            <a:ext cx="278892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0FF4306-91CD-4B7B-8A53-34BE8F9975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201168"/>
            <a:ext cx="2743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DA9DAA-006C-4F4B-980E-E3DF019B24E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Graphic 32">
            <a:extLst>
              <a:ext uri="{FF2B5EF4-FFF2-40B4-BE49-F238E27FC236}">
                <a16:creationId xmlns:a16="http://schemas.microsoft.com/office/drawing/2014/main" id="{846CD0EA-B0AA-4845-81A5-4ADD7C58B12F}"/>
              </a:ext>
            </a:extLst>
          </p:cNvPr>
          <p:cNvSpPr/>
          <p:nvPr userDrawn="1"/>
        </p:nvSpPr>
        <p:spPr>
          <a:xfrm>
            <a:off x="1472366" y="1859534"/>
            <a:ext cx="139039" cy="139039"/>
          </a:xfrm>
          <a:custGeom>
            <a:avLst/>
            <a:gdLst>
              <a:gd name="connsiteX0" fmla="*/ 129602 w 139039"/>
              <a:gd name="connsiteY0" fmla="*/ 60082 h 139039"/>
              <a:gd name="connsiteX1" fmla="*/ 78957 w 139039"/>
              <a:gd name="connsiteY1" fmla="*/ 60082 h 139039"/>
              <a:gd name="connsiteX2" fmla="*/ 78957 w 139039"/>
              <a:gd name="connsiteY2" fmla="*/ 9437 h 139039"/>
              <a:gd name="connsiteX3" fmla="*/ 69520 w 139039"/>
              <a:gd name="connsiteY3" fmla="*/ 0 h 139039"/>
              <a:gd name="connsiteX4" fmla="*/ 60082 w 139039"/>
              <a:gd name="connsiteY4" fmla="*/ 9437 h 139039"/>
              <a:gd name="connsiteX5" fmla="*/ 60082 w 139039"/>
              <a:gd name="connsiteY5" fmla="*/ 60082 h 139039"/>
              <a:gd name="connsiteX6" fmla="*/ 9437 w 139039"/>
              <a:gd name="connsiteY6" fmla="*/ 60082 h 139039"/>
              <a:gd name="connsiteX7" fmla="*/ 0 w 139039"/>
              <a:gd name="connsiteY7" fmla="*/ 69520 h 139039"/>
              <a:gd name="connsiteX8" fmla="*/ 9437 w 139039"/>
              <a:gd name="connsiteY8" fmla="*/ 78957 h 139039"/>
              <a:gd name="connsiteX9" fmla="*/ 60082 w 139039"/>
              <a:gd name="connsiteY9" fmla="*/ 78957 h 139039"/>
              <a:gd name="connsiteX10" fmla="*/ 60082 w 139039"/>
              <a:gd name="connsiteY10" fmla="*/ 129602 h 139039"/>
              <a:gd name="connsiteX11" fmla="*/ 69520 w 139039"/>
              <a:gd name="connsiteY11" fmla="*/ 139039 h 139039"/>
              <a:gd name="connsiteX12" fmla="*/ 78957 w 139039"/>
              <a:gd name="connsiteY12" fmla="*/ 129602 h 139039"/>
              <a:gd name="connsiteX13" fmla="*/ 78957 w 139039"/>
              <a:gd name="connsiteY13" fmla="*/ 78957 h 139039"/>
              <a:gd name="connsiteX14" fmla="*/ 129602 w 139039"/>
              <a:gd name="connsiteY14" fmla="*/ 78957 h 139039"/>
              <a:gd name="connsiteX15" fmla="*/ 139039 w 139039"/>
              <a:gd name="connsiteY15" fmla="*/ 69520 h 139039"/>
              <a:gd name="connsiteX16" fmla="*/ 129602 w 139039"/>
              <a:gd name="connsiteY16" fmla="*/ 60082 h 1390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39039" h="139039">
                <a:moveTo>
                  <a:pt x="129602" y="60082"/>
                </a:moveTo>
                <a:lnTo>
                  <a:pt x="78957" y="60082"/>
                </a:lnTo>
                <a:lnTo>
                  <a:pt x="78957" y="9437"/>
                </a:lnTo>
                <a:cubicBezTo>
                  <a:pt x="78957" y="4225"/>
                  <a:pt x="74731" y="0"/>
                  <a:pt x="69520" y="0"/>
                </a:cubicBezTo>
                <a:cubicBezTo>
                  <a:pt x="64308" y="0"/>
                  <a:pt x="60082" y="4225"/>
                  <a:pt x="60082" y="9437"/>
                </a:cubicBezTo>
                <a:lnTo>
                  <a:pt x="60082" y="60082"/>
                </a:lnTo>
                <a:lnTo>
                  <a:pt x="9437" y="60082"/>
                </a:lnTo>
                <a:cubicBezTo>
                  <a:pt x="4225" y="60082"/>
                  <a:pt x="0" y="64308"/>
                  <a:pt x="0" y="69520"/>
                </a:cubicBezTo>
                <a:cubicBezTo>
                  <a:pt x="0" y="74731"/>
                  <a:pt x="4225" y="78957"/>
                  <a:pt x="9437" y="78957"/>
                </a:cubicBezTo>
                <a:lnTo>
                  <a:pt x="60082" y="78957"/>
                </a:lnTo>
                <a:lnTo>
                  <a:pt x="60082" y="129602"/>
                </a:lnTo>
                <a:cubicBezTo>
                  <a:pt x="60082" y="134814"/>
                  <a:pt x="64308" y="139039"/>
                  <a:pt x="69520" y="139039"/>
                </a:cubicBezTo>
                <a:cubicBezTo>
                  <a:pt x="74731" y="139039"/>
                  <a:pt x="78957" y="134814"/>
                  <a:pt x="78957" y="129602"/>
                </a:cubicBezTo>
                <a:lnTo>
                  <a:pt x="78957" y="78957"/>
                </a:lnTo>
                <a:lnTo>
                  <a:pt x="129602" y="78957"/>
                </a:lnTo>
                <a:cubicBezTo>
                  <a:pt x="134814" y="78957"/>
                  <a:pt x="139039" y="74731"/>
                  <a:pt x="139039" y="69520"/>
                </a:cubicBezTo>
                <a:cubicBezTo>
                  <a:pt x="139039" y="64308"/>
                  <a:pt x="134814" y="60082"/>
                  <a:pt x="129602" y="60082"/>
                </a:cubicBezTo>
                <a:close/>
              </a:path>
            </a:pathLst>
          </a:custGeom>
          <a:solidFill>
            <a:schemeClr val="bg1"/>
          </a:solidFill>
          <a:ln w="603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Graphic 33">
            <a:extLst>
              <a:ext uri="{FF2B5EF4-FFF2-40B4-BE49-F238E27FC236}">
                <a16:creationId xmlns:a16="http://schemas.microsoft.com/office/drawing/2014/main" id="{0E97A0CB-7CB1-47F0-BD48-EEECBAC39CD2}"/>
              </a:ext>
            </a:extLst>
          </p:cNvPr>
          <p:cNvSpPr/>
          <p:nvPr userDrawn="1"/>
        </p:nvSpPr>
        <p:spPr>
          <a:xfrm>
            <a:off x="2014523" y="3146867"/>
            <a:ext cx="127714" cy="127714"/>
          </a:xfrm>
          <a:custGeom>
            <a:avLst/>
            <a:gdLst>
              <a:gd name="connsiteX0" fmla="*/ 63857 w 127714"/>
              <a:gd name="connsiteY0" fmla="*/ 18874 h 127714"/>
              <a:gd name="connsiteX1" fmla="*/ 108840 w 127714"/>
              <a:gd name="connsiteY1" fmla="*/ 63857 h 127714"/>
              <a:gd name="connsiteX2" fmla="*/ 63857 w 127714"/>
              <a:gd name="connsiteY2" fmla="*/ 108840 h 127714"/>
              <a:gd name="connsiteX3" fmla="*/ 18874 w 127714"/>
              <a:gd name="connsiteY3" fmla="*/ 63857 h 127714"/>
              <a:gd name="connsiteX4" fmla="*/ 63857 w 127714"/>
              <a:gd name="connsiteY4" fmla="*/ 18874 h 127714"/>
              <a:gd name="connsiteX5" fmla="*/ 63857 w 127714"/>
              <a:gd name="connsiteY5" fmla="*/ 0 h 127714"/>
              <a:gd name="connsiteX6" fmla="*/ 0 w 127714"/>
              <a:gd name="connsiteY6" fmla="*/ 63857 h 127714"/>
              <a:gd name="connsiteX7" fmla="*/ 63857 w 127714"/>
              <a:gd name="connsiteY7" fmla="*/ 127714 h 127714"/>
              <a:gd name="connsiteX8" fmla="*/ 127714 w 127714"/>
              <a:gd name="connsiteY8" fmla="*/ 63857 h 127714"/>
              <a:gd name="connsiteX9" fmla="*/ 63857 w 127714"/>
              <a:gd name="connsiteY9" fmla="*/ 0 h 1277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7714" h="127714">
                <a:moveTo>
                  <a:pt x="63857" y="18874"/>
                </a:moveTo>
                <a:cubicBezTo>
                  <a:pt x="88700" y="18874"/>
                  <a:pt x="108840" y="39014"/>
                  <a:pt x="108840" y="63857"/>
                </a:cubicBezTo>
                <a:cubicBezTo>
                  <a:pt x="108840" y="88700"/>
                  <a:pt x="88700" y="108840"/>
                  <a:pt x="63857" y="108840"/>
                </a:cubicBezTo>
                <a:cubicBezTo>
                  <a:pt x="39014" y="108840"/>
                  <a:pt x="18874" y="88700"/>
                  <a:pt x="18874" y="63857"/>
                </a:cubicBezTo>
                <a:cubicBezTo>
                  <a:pt x="18898" y="39024"/>
                  <a:pt x="39024" y="18898"/>
                  <a:pt x="63857" y="18874"/>
                </a:cubicBezTo>
                <a:moveTo>
                  <a:pt x="63857" y="0"/>
                </a:moveTo>
                <a:cubicBezTo>
                  <a:pt x="28590" y="0"/>
                  <a:pt x="0" y="28590"/>
                  <a:pt x="0" y="63857"/>
                </a:cubicBezTo>
                <a:cubicBezTo>
                  <a:pt x="0" y="99124"/>
                  <a:pt x="28590" y="127714"/>
                  <a:pt x="63857" y="127714"/>
                </a:cubicBezTo>
                <a:cubicBezTo>
                  <a:pt x="99124" y="127714"/>
                  <a:pt x="127714" y="99124"/>
                  <a:pt x="127714" y="63857"/>
                </a:cubicBezTo>
                <a:cubicBezTo>
                  <a:pt x="127714" y="28590"/>
                  <a:pt x="99124" y="0"/>
                  <a:pt x="63857" y="0"/>
                </a:cubicBezTo>
                <a:close/>
              </a:path>
            </a:pathLst>
          </a:custGeom>
          <a:solidFill>
            <a:schemeClr val="bg1"/>
          </a:solidFill>
          <a:ln w="610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Graphic 31">
            <a:extLst>
              <a:ext uri="{FF2B5EF4-FFF2-40B4-BE49-F238E27FC236}">
                <a16:creationId xmlns:a16="http://schemas.microsoft.com/office/drawing/2014/main" id="{477816C9-06CB-4BC5-B26B-6A2877BD941A}"/>
              </a:ext>
            </a:extLst>
          </p:cNvPr>
          <p:cNvSpPr/>
          <p:nvPr userDrawn="1"/>
        </p:nvSpPr>
        <p:spPr>
          <a:xfrm>
            <a:off x="5404920" y="4508295"/>
            <a:ext cx="91138" cy="91138"/>
          </a:xfrm>
          <a:custGeom>
            <a:avLst/>
            <a:gdLst>
              <a:gd name="connsiteX0" fmla="*/ 91138 w 91138"/>
              <a:gd name="connsiteY0" fmla="*/ 45569 h 91138"/>
              <a:gd name="connsiteX1" fmla="*/ 45569 w 91138"/>
              <a:gd name="connsiteY1" fmla="*/ 91138 h 91138"/>
              <a:gd name="connsiteX2" fmla="*/ 0 w 91138"/>
              <a:gd name="connsiteY2" fmla="*/ 45569 h 91138"/>
              <a:gd name="connsiteX3" fmla="*/ 45569 w 91138"/>
              <a:gd name="connsiteY3" fmla="*/ 0 h 91138"/>
              <a:gd name="connsiteX4" fmla="*/ 91138 w 91138"/>
              <a:gd name="connsiteY4" fmla="*/ 45569 h 91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38" h="91138">
                <a:moveTo>
                  <a:pt x="91138" y="45569"/>
                </a:moveTo>
                <a:cubicBezTo>
                  <a:pt x="91138" y="70736"/>
                  <a:pt x="70736" y="91138"/>
                  <a:pt x="45569" y="91138"/>
                </a:cubicBezTo>
                <a:cubicBezTo>
                  <a:pt x="20402" y="91138"/>
                  <a:pt x="0" y="70736"/>
                  <a:pt x="0" y="45569"/>
                </a:cubicBezTo>
                <a:cubicBezTo>
                  <a:pt x="0" y="20402"/>
                  <a:pt x="20402" y="0"/>
                  <a:pt x="45569" y="0"/>
                </a:cubicBezTo>
                <a:cubicBezTo>
                  <a:pt x="70736" y="0"/>
                  <a:pt x="91138" y="20402"/>
                  <a:pt x="91138" y="45569"/>
                </a:cubicBezTo>
                <a:close/>
              </a:path>
            </a:pathLst>
          </a:custGeom>
          <a:solidFill>
            <a:schemeClr val="bg1"/>
          </a:solidFill>
          <a:ln w="422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3AE7F8D-AE68-4A83-BAB5-3A97D473CE3C}"/>
              </a:ext>
            </a:extLst>
          </p:cNvPr>
          <p:cNvCxnSpPr>
            <a:cxnSpLocks/>
          </p:cNvCxnSpPr>
          <p:nvPr userDrawn="1"/>
        </p:nvCxnSpPr>
        <p:spPr>
          <a:xfrm>
            <a:off x="856114" y="3503032"/>
            <a:ext cx="0" cy="3346090"/>
          </a:xfrm>
          <a:prstGeom prst="line">
            <a:avLst/>
          </a:prstGeom>
          <a:ln w="25400" cap="sq">
            <a:solidFill>
              <a:schemeClr val="bg1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928810C-E773-43AE-A2A1-4073955CC8D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760720" y="3127248"/>
            <a:ext cx="5276088" cy="1124712"/>
          </a:xfrm>
        </p:spPr>
        <p:txBody>
          <a:bodyPr/>
          <a:lstStyle>
            <a:lvl1pPr marL="0" indent="0" algn="r"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0104515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69F227-D21C-48B3-828A-6BFA9585E8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DF1DFFF-E5C5-43DF-B71C-7270DB9737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9/3/20XX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EBC03C0-6EB7-4633-967C-12C35768BB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Presentation Title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0FF4306-91CD-4B7B-8A53-34BE8F9975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DA9DAA-006C-4F4B-980E-E3DF019B24E2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57596AF9-469C-436D-B7D2-77952EF1825E}"/>
              </a:ext>
            </a:extLst>
          </p:cNvPr>
          <p:cNvCxnSpPr>
            <a:cxnSpLocks/>
          </p:cNvCxnSpPr>
          <p:nvPr/>
        </p:nvCxnSpPr>
        <p:spPr>
          <a:xfrm>
            <a:off x="715890" y="356812"/>
            <a:ext cx="0" cy="6492875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6329100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DFF36D6-399B-43E3-84DD-9FC5119ECC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9/3/20XX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0234AB7-3B85-4028-A500-5A1BDBF45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Presentation Title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1F40F0-9909-442F-BBA4-409D061ED0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DA9DAA-006C-4F4B-980E-E3DF019B24E2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353C1207-D1C8-49E3-8837-E2B89D366FAE}"/>
              </a:ext>
            </a:extLst>
          </p:cNvPr>
          <p:cNvCxnSpPr>
            <a:cxnSpLocks/>
          </p:cNvCxnSpPr>
          <p:nvPr/>
        </p:nvCxnSpPr>
        <p:spPr>
          <a:xfrm>
            <a:off x="715890" y="356812"/>
            <a:ext cx="0" cy="6492875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4086763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40F214-646F-4D81-AD12-65628EC987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F71768-C3FA-49EF-99EF-06E6C3B284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2DA6F24-ED6C-4D12-A9D6-EE37FBD6869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8E6AACE-FAFB-4934-8E3C-AB5B216353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9/3/20XX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81533EA-D0F8-4C79-8721-F190DE2D2D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Presentation Title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059BAC9-F101-4394-BBA4-3D21A34971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DA9DAA-006C-4F4B-980E-E3DF019B24E2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F3A79C9-7EDC-44F6-AC48-5DD98A7695AD}"/>
              </a:ext>
            </a:extLst>
          </p:cNvPr>
          <p:cNvCxnSpPr>
            <a:cxnSpLocks/>
          </p:cNvCxnSpPr>
          <p:nvPr/>
        </p:nvCxnSpPr>
        <p:spPr>
          <a:xfrm>
            <a:off x="715890" y="356812"/>
            <a:ext cx="0" cy="6492875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3680595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4CB71F-B6C2-4866-BC97-304F78816E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55ED73B-8413-478D-80D7-B78B69763B6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1BDF226-1B94-4D2D-98B3-7B932FB17DA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00C4E9A-CA29-4CCD-ACFA-B29F80FBA1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9/3/20XX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1A5B7BE-3F1B-4FF3-B1D7-6E39B99D07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Presentation Title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2F18F1-E27E-470E-AE13-4755DEE63A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DA9DAA-006C-4F4B-980E-E3DF019B24E2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0F08750-B7F2-4119-B151-68DE77481335}"/>
              </a:ext>
            </a:extLst>
          </p:cNvPr>
          <p:cNvCxnSpPr>
            <a:cxnSpLocks/>
          </p:cNvCxnSpPr>
          <p:nvPr/>
        </p:nvCxnSpPr>
        <p:spPr>
          <a:xfrm>
            <a:off x="715890" y="356812"/>
            <a:ext cx="0" cy="6492875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407755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FDA4224-F4E4-47A4-ACF7-2317493908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679907-DC49-4B86-A34C-C97DBC26A9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DBC8A0-34FC-4B6E-B42B-A721267D89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1" i="0" cap="all" spc="1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/>
              <a:t>9/3/20XX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9AC0B6-4CC4-4E41-8A4D-F62E17F285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="1" i="0" cap="all" spc="1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C0E9BD-90BD-46AE-8A0D-06796ADB760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 i="0" cap="all" spc="1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DA9DAA-006C-4F4B-980E-E3DF019B24E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997138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708" r:id="rId2"/>
    <p:sldLayoutId id="2147483717" r:id="rId3"/>
    <p:sldLayoutId id="2147483710" r:id="rId4"/>
    <p:sldLayoutId id="2147483709" r:id="rId5"/>
    <p:sldLayoutId id="2147483698" r:id="rId6"/>
    <p:sldLayoutId id="2147483713" r:id="rId7"/>
    <p:sldLayoutId id="2147483712" r:id="rId8"/>
    <p:sldLayoutId id="2147483700" r:id="rId9"/>
    <p:sldLayoutId id="2147483701" r:id="rId10"/>
    <p:sldLayoutId id="2147483716" r:id="rId11"/>
    <p:sldLayoutId id="2147483714" r:id="rId12"/>
    <p:sldLayoutId id="2147483715" r:id="rId13"/>
    <p:sldLayoutId id="2147483702" r:id="rId14"/>
    <p:sldLayoutId id="2147483703" r:id="rId15"/>
    <p:sldLayoutId id="2147483704" r:id="rId16"/>
    <p:sldLayoutId id="2147483705" r:id="rId17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svg"/><Relationship Id="rId13" Type="http://schemas.openxmlformats.org/officeDocument/2006/relationships/image" Target="../media/image14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12" Type="http://schemas.openxmlformats.org/officeDocument/2006/relationships/image" Target="../media/image13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7.png"/><Relationship Id="rId11" Type="http://schemas.openxmlformats.org/officeDocument/2006/relationships/image" Target="../media/image12.png"/><Relationship Id="rId5" Type="http://schemas.openxmlformats.org/officeDocument/2006/relationships/image" Target="../media/image6.png"/><Relationship Id="rId10" Type="http://schemas.openxmlformats.org/officeDocument/2006/relationships/image" Target="../media/image11.sv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0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A9968B-2619-4F71-AB00-4C493E12080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98447" y="594360"/>
            <a:ext cx="6800524" cy="2843784"/>
          </a:xfrm>
        </p:spPr>
        <p:txBody>
          <a:bodyPr>
            <a:normAutofit fontScale="90000"/>
          </a:bodyPr>
          <a:lstStyle/>
          <a:p>
            <a:r>
              <a:rPr lang="en-US" sz="5400" spc="400" dirty="0">
                <a:solidFill>
                  <a:schemeClr val="bg1"/>
                </a:solidFill>
              </a:rPr>
              <a:t>New SCT</a:t>
            </a:r>
            <a:br>
              <a:rPr lang="en-US" sz="5400" spc="400" dirty="0">
                <a:solidFill>
                  <a:schemeClr val="bg1"/>
                </a:solidFill>
              </a:rPr>
            </a:br>
            <a:r>
              <a:rPr lang="en-US" sz="5400" spc="400" dirty="0">
                <a:solidFill>
                  <a:schemeClr val="bg1"/>
                </a:solidFill>
              </a:rPr>
              <a:t>status updates</a:t>
            </a:r>
            <a:br>
              <a:rPr lang="en-US" sz="5400" spc="400" dirty="0">
                <a:solidFill>
                  <a:schemeClr val="bg1"/>
                </a:solidFill>
              </a:rPr>
            </a:br>
            <a:r>
              <a:rPr lang="en-US" sz="5400" spc="400" dirty="0">
                <a:solidFill>
                  <a:schemeClr val="bg1"/>
                </a:solidFill>
              </a:rPr>
              <a:t>v1.3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5F14073-9F68-4B7E-A576-26899D58C7A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sz="2000" dirty="0">
                <a:solidFill>
                  <a:schemeClr val="bg1"/>
                </a:solidFill>
              </a:rPr>
              <a:t>Giorgio Parma</a:t>
            </a:r>
          </a:p>
          <a:p>
            <a:r>
              <a:rPr lang="en-US" dirty="0"/>
              <a:t>22/11/2023</a:t>
            </a:r>
            <a:endParaRPr lang="en-US" sz="2000" dirty="0">
              <a:solidFill>
                <a:schemeClr val="bg1"/>
              </a:solidFill>
            </a:endParaRPr>
          </a:p>
          <a:p>
            <a:endParaRPr lang="en-US" dirty="0"/>
          </a:p>
        </p:txBody>
      </p:sp>
      <p:pic>
        <p:nvPicPr>
          <p:cNvPr id="5" name="Graphic 4" descr="Rocket with solid fill">
            <a:extLst>
              <a:ext uri="{FF2B5EF4-FFF2-40B4-BE49-F238E27FC236}">
                <a16:creationId xmlns:a16="http://schemas.microsoft.com/office/drawing/2014/main" id="{5069A5C3-63A2-EAFE-9CC3-2DD09FD66A3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455985" y="3514153"/>
            <a:ext cx="2371725" cy="2371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7698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ACDA59-55A0-4EA5-B3E4-646D1D3B4C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605259"/>
          </a:xfrm>
        </p:spPr>
        <p:txBody>
          <a:bodyPr>
            <a:noAutofit/>
          </a:bodyPr>
          <a:lstStyle/>
          <a:p>
            <a:r>
              <a:rPr lang="en-US" sz="3600" dirty="0"/>
              <a:t>High Level Software Architecture</a:t>
            </a:r>
          </a:p>
        </p:txBody>
      </p:sp>
      <p:pic>
        <p:nvPicPr>
          <p:cNvPr id="15" name="Picture 14" descr="A logo of a butterfly&#10;&#10;Description automatically generated">
            <a:extLst>
              <a:ext uri="{FF2B5EF4-FFF2-40B4-BE49-F238E27FC236}">
                <a16:creationId xmlns:a16="http://schemas.microsoft.com/office/drawing/2014/main" id="{A833A47E-76D3-4E0A-D2E3-E1F777CB40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1669" y="1596964"/>
            <a:ext cx="517795" cy="550471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87704719-E098-84ED-495F-4AC68681C31B}"/>
              </a:ext>
            </a:extLst>
          </p:cNvPr>
          <p:cNvSpPr txBox="1"/>
          <p:nvPr/>
        </p:nvSpPr>
        <p:spPr>
          <a:xfrm>
            <a:off x="2127386" y="1796898"/>
            <a:ext cx="25006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err="1"/>
              <a:t>Arepytools</a:t>
            </a:r>
            <a:r>
              <a:rPr lang="en-US" dirty="0"/>
              <a:t> (&gt;v1.6.0)</a:t>
            </a:r>
          </a:p>
        </p:txBody>
      </p:sp>
      <p:pic>
        <p:nvPicPr>
          <p:cNvPr id="34" name="Picture 33" descr="A blue and yellow snake&#10;&#10;Description automatically generated">
            <a:extLst>
              <a:ext uri="{FF2B5EF4-FFF2-40B4-BE49-F238E27FC236}">
                <a16:creationId xmlns:a16="http://schemas.microsoft.com/office/drawing/2014/main" id="{DA5A5463-6F60-C3FD-CBC5-B627990708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59952" y="2423580"/>
            <a:ext cx="328043" cy="328043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A1BBD5BE-131B-183D-211D-88ABCB22A40E}"/>
              </a:ext>
            </a:extLst>
          </p:cNvPr>
          <p:cNvSpPr txBox="1"/>
          <p:nvPr/>
        </p:nvSpPr>
        <p:spPr>
          <a:xfrm>
            <a:off x="2127385" y="2402435"/>
            <a:ext cx="25006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err="1"/>
              <a:t>Arepyextras</a:t>
            </a:r>
            <a:endParaRPr lang="en-US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5F387E4-704F-6F6F-050B-D45DBDAC097C}"/>
              </a:ext>
            </a:extLst>
          </p:cNvPr>
          <p:cNvSpPr txBox="1"/>
          <p:nvPr/>
        </p:nvSpPr>
        <p:spPr>
          <a:xfrm>
            <a:off x="2317108" y="2823306"/>
            <a:ext cx="202162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/>
              <a:t>perturbations</a:t>
            </a:r>
            <a:endParaRPr lang="en-US" sz="1600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4574380-3E44-80EB-2508-26CF41103F07}"/>
              </a:ext>
            </a:extLst>
          </p:cNvPr>
          <p:cNvSpPr txBox="1"/>
          <p:nvPr/>
        </p:nvSpPr>
        <p:spPr>
          <a:xfrm>
            <a:off x="2317107" y="3213399"/>
            <a:ext cx="182568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 err="1"/>
              <a:t>iers_solid_tides</a:t>
            </a:r>
            <a:endParaRPr lang="en-US" sz="1600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210EFB5-3250-5A01-F4BA-F66EE04C70AE}"/>
              </a:ext>
            </a:extLst>
          </p:cNvPr>
          <p:cNvSpPr txBox="1"/>
          <p:nvPr/>
        </p:nvSpPr>
        <p:spPr>
          <a:xfrm>
            <a:off x="2317106" y="3600164"/>
            <a:ext cx="157376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/>
              <a:t>quality</a:t>
            </a:r>
            <a:endParaRPr lang="en-US" sz="1600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7B477BD-6151-C657-78A3-76EC6548B356}"/>
              </a:ext>
            </a:extLst>
          </p:cNvPr>
          <p:cNvSpPr txBox="1"/>
          <p:nvPr/>
        </p:nvSpPr>
        <p:spPr>
          <a:xfrm>
            <a:off x="2317107" y="3986929"/>
            <a:ext cx="182568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 err="1"/>
              <a:t>eo_products</a:t>
            </a:r>
            <a:endParaRPr lang="en-US" sz="1600" i="1" dirty="0">
              <a:solidFill>
                <a:srgbClr val="FF0000"/>
              </a:solidFill>
            </a:endParaRP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EBCF4B97-B53C-F716-B7C3-3BEA0023BE13}"/>
              </a:ext>
            </a:extLst>
          </p:cNvPr>
          <p:cNvSpPr/>
          <p:nvPr/>
        </p:nvSpPr>
        <p:spPr>
          <a:xfrm>
            <a:off x="951722" y="1539548"/>
            <a:ext cx="3766549" cy="2985796"/>
          </a:xfrm>
          <a:prstGeom prst="rect">
            <a:avLst/>
          </a:prstGeom>
          <a:noFill/>
          <a:ln w="28575">
            <a:solidFill>
              <a:srgbClr val="FFC000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2377C05F-57E9-C77C-820C-E8C25133F33C}"/>
              </a:ext>
            </a:extLst>
          </p:cNvPr>
          <p:cNvSpPr/>
          <p:nvPr/>
        </p:nvSpPr>
        <p:spPr>
          <a:xfrm>
            <a:off x="5069635" y="1338361"/>
            <a:ext cx="6858205" cy="4791848"/>
          </a:xfrm>
          <a:prstGeom prst="rect">
            <a:avLst/>
          </a:prstGeom>
          <a:noFill/>
          <a:ln w="28575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9" name="Picture 58" descr="A black cat in a circle&#10;&#10;Description automatically generated">
            <a:extLst>
              <a:ext uri="{FF2B5EF4-FFF2-40B4-BE49-F238E27FC236}">
                <a16:creationId xmlns:a16="http://schemas.microsoft.com/office/drawing/2014/main" id="{B2FFCD0B-4706-792A-449A-45F4AD42B1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45289" y="1426296"/>
            <a:ext cx="609610" cy="609610"/>
          </a:xfrm>
          <a:prstGeom prst="rect">
            <a:avLst/>
          </a:prstGeom>
        </p:spPr>
      </p:pic>
      <p:pic>
        <p:nvPicPr>
          <p:cNvPr id="61" name="Picture 60" descr="A blue and black logo&#10;&#10;Description automatically generated">
            <a:extLst>
              <a:ext uri="{FF2B5EF4-FFF2-40B4-BE49-F238E27FC236}">
                <a16:creationId xmlns:a16="http://schemas.microsoft.com/office/drawing/2014/main" id="{E47FC75C-9834-C3F7-936C-1A0E454A706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45289" y="2105882"/>
            <a:ext cx="593106" cy="593106"/>
          </a:xfrm>
          <a:prstGeom prst="rect">
            <a:avLst/>
          </a:prstGeom>
        </p:spPr>
      </p:pic>
      <p:pic>
        <p:nvPicPr>
          <p:cNvPr id="63" name="Picture 62" descr="A logo of a fox&#10;&#10;Description automatically generated">
            <a:extLst>
              <a:ext uri="{FF2B5EF4-FFF2-40B4-BE49-F238E27FC236}">
                <a16:creationId xmlns:a16="http://schemas.microsoft.com/office/drawing/2014/main" id="{3772EFCE-745A-70CF-5B8C-44F239C3F9A1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19732" t="23648" r="18379" b="20407"/>
          <a:stretch/>
        </p:blipFill>
        <p:spPr>
          <a:xfrm>
            <a:off x="965787" y="2169033"/>
            <a:ext cx="589560" cy="532923"/>
          </a:xfrm>
          <a:prstGeom prst="rect">
            <a:avLst/>
          </a:prstGeom>
        </p:spPr>
      </p:pic>
      <p:sp>
        <p:nvSpPr>
          <p:cNvPr id="64" name="Rectangle: Diagonal Corners Snipped 63">
            <a:extLst>
              <a:ext uri="{FF2B5EF4-FFF2-40B4-BE49-F238E27FC236}">
                <a16:creationId xmlns:a16="http://schemas.microsoft.com/office/drawing/2014/main" id="{14558CF9-DAA8-5B94-EEA8-7D9309E9F4E5}"/>
              </a:ext>
            </a:extLst>
          </p:cNvPr>
          <p:cNvSpPr/>
          <p:nvPr/>
        </p:nvSpPr>
        <p:spPr>
          <a:xfrm>
            <a:off x="7347858" y="2709065"/>
            <a:ext cx="3004451" cy="646761"/>
          </a:xfrm>
          <a:prstGeom prst="snip2DiagRect">
            <a:avLst/>
          </a:prstGeom>
          <a:noFill/>
          <a:ln w="5715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C000"/>
              </a:solidFill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168E1650-1C57-EF4E-4FF6-1AA7CEDDBB11}"/>
              </a:ext>
            </a:extLst>
          </p:cNvPr>
          <p:cNvSpPr txBox="1"/>
          <p:nvPr/>
        </p:nvSpPr>
        <p:spPr>
          <a:xfrm>
            <a:off x="7473827" y="2863168"/>
            <a:ext cx="30044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/>
              <a:t>Core algorithms and tools</a:t>
            </a:r>
            <a:endParaRPr lang="en-US" sz="1600" dirty="0"/>
          </a:p>
        </p:txBody>
      </p:sp>
      <p:pic>
        <p:nvPicPr>
          <p:cNvPr id="73" name="Graphic 72" descr="Lightbulb and gear with solid fill">
            <a:extLst>
              <a:ext uri="{FF2B5EF4-FFF2-40B4-BE49-F238E27FC236}">
                <a16:creationId xmlns:a16="http://schemas.microsoft.com/office/drawing/2014/main" id="{EFEDEE68-BF8B-2C3E-B3B5-7BB03B8F9ED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 rot="20114217">
            <a:off x="6714769" y="2706799"/>
            <a:ext cx="560830" cy="560830"/>
          </a:xfrm>
          <a:prstGeom prst="rect">
            <a:avLst/>
          </a:prstGeom>
        </p:spPr>
      </p:pic>
      <p:sp>
        <p:nvSpPr>
          <p:cNvPr id="74" name="Rectangle: Diagonal Corners Snipped 73">
            <a:extLst>
              <a:ext uri="{FF2B5EF4-FFF2-40B4-BE49-F238E27FC236}">
                <a16:creationId xmlns:a16="http://schemas.microsoft.com/office/drawing/2014/main" id="{AF59C42B-1500-0D16-8D1A-4BA4301FA241}"/>
              </a:ext>
            </a:extLst>
          </p:cNvPr>
          <p:cNvSpPr/>
          <p:nvPr/>
        </p:nvSpPr>
        <p:spPr>
          <a:xfrm>
            <a:off x="5233641" y="4394715"/>
            <a:ext cx="1455576" cy="478304"/>
          </a:xfrm>
          <a:prstGeom prst="snip2Diag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654506A-FB91-1B7F-00EC-2A87ECE5CACF}"/>
              </a:ext>
            </a:extLst>
          </p:cNvPr>
          <p:cNvSpPr txBox="1"/>
          <p:nvPr/>
        </p:nvSpPr>
        <p:spPr>
          <a:xfrm>
            <a:off x="5371296" y="4422708"/>
            <a:ext cx="1548888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Product format auto-detection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12E57DB4-25F4-0241-A3EB-D2C26DFA79E9}"/>
              </a:ext>
            </a:extLst>
          </p:cNvPr>
          <p:cNvSpPr txBox="1"/>
          <p:nvPr/>
        </p:nvSpPr>
        <p:spPr>
          <a:xfrm>
            <a:off x="5252386" y="4991036"/>
            <a:ext cx="1754072" cy="9387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- multi-mission input</a:t>
            </a:r>
          </a:p>
          <a:p>
            <a:r>
              <a:rPr lang="en-US" sz="1100" dirty="0"/>
              <a:t>- external orbit</a:t>
            </a:r>
          </a:p>
          <a:p>
            <a:r>
              <a:rPr lang="en-US" sz="1100" dirty="0"/>
              <a:t>- conversion to protocol-compliant object</a:t>
            </a:r>
          </a:p>
        </p:txBody>
      </p:sp>
      <p:sp>
        <p:nvSpPr>
          <p:cNvPr id="78" name="Rectangle: Diagonal Corners Snipped 77">
            <a:extLst>
              <a:ext uri="{FF2B5EF4-FFF2-40B4-BE49-F238E27FC236}">
                <a16:creationId xmlns:a16="http://schemas.microsoft.com/office/drawing/2014/main" id="{032C1326-C1B4-A2A7-EBD5-75685EC806CA}"/>
              </a:ext>
            </a:extLst>
          </p:cNvPr>
          <p:cNvSpPr/>
          <p:nvPr/>
        </p:nvSpPr>
        <p:spPr>
          <a:xfrm>
            <a:off x="7004901" y="4398589"/>
            <a:ext cx="1455576" cy="478304"/>
          </a:xfrm>
          <a:prstGeom prst="snip2Diag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65FD9ACC-40FE-6F20-CB0D-0B9F7EF8810D}"/>
              </a:ext>
            </a:extLst>
          </p:cNvPr>
          <p:cNvSpPr txBox="1"/>
          <p:nvPr/>
        </p:nvSpPr>
        <p:spPr>
          <a:xfrm>
            <a:off x="7142556" y="4426582"/>
            <a:ext cx="1317921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Analysis type auto-detection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61C25DE7-1BB1-F4C3-8252-46F2243212DD}"/>
              </a:ext>
            </a:extLst>
          </p:cNvPr>
          <p:cNvSpPr txBox="1"/>
          <p:nvPr/>
        </p:nvSpPr>
        <p:spPr>
          <a:xfrm>
            <a:off x="7004901" y="4991036"/>
            <a:ext cx="1754072" cy="9387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- select proper analysis based on inputs</a:t>
            </a:r>
          </a:p>
          <a:p>
            <a:r>
              <a:rPr lang="en-US" sz="1100" dirty="0"/>
              <a:t>- import calibration sites database if needed</a:t>
            </a:r>
          </a:p>
        </p:txBody>
      </p: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6A8F7C8D-5115-5878-A921-A537DBC991FE}"/>
              </a:ext>
            </a:extLst>
          </p:cNvPr>
          <p:cNvCxnSpPr>
            <a:cxnSpLocks/>
          </p:cNvCxnSpPr>
          <p:nvPr/>
        </p:nvCxnSpPr>
        <p:spPr>
          <a:xfrm flipV="1">
            <a:off x="6007303" y="3489393"/>
            <a:ext cx="2698158" cy="80038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85AFC322-D6B2-D466-7695-3D97047677E8}"/>
              </a:ext>
            </a:extLst>
          </p:cNvPr>
          <p:cNvCxnSpPr>
            <a:cxnSpLocks/>
          </p:cNvCxnSpPr>
          <p:nvPr/>
        </p:nvCxnSpPr>
        <p:spPr>
          <a:xfrm flipV="1">
            <a:off x="7801516" y="3526579"/>
            <a:ext cx="999584" cy="77014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6" name="Rectangle: Diagonal Corners Snipped 85">
            <a:extLst>
              <a:ext uri="{FF2B5EF4-FFF2-40B4-BE49-F238E27FC236}">
                <a16:creationId xmlns:a16="http://schemas.microsoft.com/office/drawing/2014/main" id="{6F409729-8373-F5BC-417C-A60F85D9150F}"/>
              </a:ext>
            </a:extLst>
          </p:cNvPr>
          <p:cNvSpPr/>
          <p:nvPr/>
        </p:nvSpPr>
        <p:spPr>
          <a:xfrm>
            <a:off x="8717792" y="4401253"/>
            <a:ext cx="1455576" cy="478304"/>
          </a:xfrm>
          <a:prstGeom prst="snip2Diag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BDBF7AA6-1502-95DC-C447-A3DBCF95BA2B}"/>
              </a:ext>
            </a:extLst>
          </p:cNvPr>
          <p:cNvSpPr txBox="1"/>
          <p:nvPr/>
        </p:nvSpPr>
        <p:spPr>
          <a:xfrm>
            <a:off x="8771422" y="4435544"/>
            <a:ext cx="148757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Apply perturbations and corrections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44294689-1040-73C4-4218-7FA93925B24B}"/>
              </a:ext>
            </a:extLst>
          </p:cNvPr>
          <p:cNvSpPr txBox="1"/>
          <p:nvPr/>
        </p:nvSpPr>
        <p:spPr>
          <a:xfrm>
            <a:off x="8736417" y="4997984"/>
            <a:ext cx="146421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- atmospheric and geophysics perturbations</a:t>
            </a:r>
          </a:p>
          <a:p>
            <a:r>
              <a:rPr lang="en-US" sz="1100" dirty="0"/>
              <a:t>- time corrections</a:t>
            </a:r>
          </a:p>
        </p:txBody>
      </p:sp>
      <p:pic>
        <p:nvPicPr>
          <p:cNvPr id="106" name="Graphic 105" descr="Database with solid fill">
            <a:extLst>
              <a:ext uri="{FF2B5EF4-FFF2-40B4-BE49-F238E27FC236}">
                <a16:creationId xmlns:a16="http://schemas.microsoft.com/office/drawing/2014/main" id="{7FBF9089-D067-71C2-DD92-F68938D7C243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897811" y="1707504"/>
            <a:ext cx="656804" cy="656804"/>
          </a:xfrm>
          <a:prstGeom prst="rect">
            <a:avLst/>
          </a:prstGeom>
        </p:spPr>
      </p:pic>
      <p:sp>
        <p:nvSpPr>
          <p:cNvPr id="107" name="TextBox 106">
            <a:extLst>
              <a:ext uri="{FF2B5EF4-FFF2-40B4-BE49-F238E27FC236}">
                <a16:creationId xmlns:a16="http://schemas.microsoft.com/office/drawing/2014/main" id="{F8CB0DE3-FCE4-4E42-A36C-2AECE0C49507}"/>
              </a:ext>
            </a:extLst>
          </p:cNvPr>
          <p:cNvSpPr txBox="1"/>
          <p:nvPr/>
        </p:nvSpPr>
        <p:spPr>
          <a:xfrm>
            <a:off x="9669250" y="1686144"/>
            <a:ext cx="152559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Calibration sites DB</a:t>
            </a:r>
          </a:p>
        </p:txBody>
      </p:sp>
      <p:sp>
        <p:nvSpPr>
          <p:cNvPr id="108" name="Rectangle: Diagonal Corners Snipped 107">
            <a:extLst>
              <a:ext uri="{FF2B5EF4-FFF2-40B4-BE49-F238E27FC236}">
                <a16:creationId xmlns:a16="http://schemas.microsoft.com/office/drawing/2014/main" id="{1B45E62D-28AA-5577-5FF7-EEA5E7250390}"/>
              </a:ext>
            </a:extLst>
          </p:cNvPr>
          <p:cNvSpPr/>
          <p:nvPr/>
        </p:nvSpPr>
        <p:spPr>
          <a:xfrm>
            <a:off x="10365303" y="4401253"/>
            <a:ext cx="1455576" cy="478304"/>
          </a:xfrm>
          <a:prstGeom prst="snip2Diag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45B63DA2-1453-3252-DF40-8E61E1882370}"/>
              </a:ext>
            </a:extLst>
          </p:cNvPr>
          <p:cNvSpPr txBox="1"/>
          <p:nvPr/>
        </p:nvSpPr>
        <p:spPr>
          <a:xfrm>
            <a:off x="10502958" y="4429246"/>
            <a:ext cx="125537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Reporting and results storage</a:t>
            </a: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4D81F7EE-861D-D668-A22C-E8A87A9C339F}"/>
              </a:ext>
            </a:extLst>
          </p:cNvPr>
          <p:cNvSpPr txBox="1"/>
          <p:nvPr/>
        </p:nvSpPr>
        <p:spPr>
          <a:xfrm>
            <a:off x="10360984" y="4997984"/>
            <a:ext cx="146421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- notebook report</a:t>
            </a:r>
          </a:p>
          <a:p>
            <a:r>
              <a:rPr lang="en-US" sz="1100" dirty="0"/>
              <a:t>- interactive plots</a:t>
            </a:r>
          </a:p>
          <a:p>
            <a:r>
              <a:rPr lang="en-US" sz="1100" dirty="0"/>
              <a:t>- results storage in DB-like format</a:t>
            </a:r>
          </a:p>
        </p:txBody>
      </p:sp>
      <p:cxnSp>
        <p:nvCxnSpPr>
          <p:cNvPr id="119" name="Straight Arrow Connector 118">
            <a:extLst>
              <a:ext uri="{FF2B5EF4-FFF2-40B4-BE49-F238E27FC236}">
                <a16:creationId xmlns:a16="http://schemas.microsoft.com/office/drawing/2014/main" id="{4D65A512-7193-052F-D492-CF7C79B2B725}"/>
              </a:ext>
            </a:extLst>
          </p:cNvPr>
          <p:cNvCxnSpPr>
            <a:cxnSpLocks/>
          </p:cNvCxnSpPr>
          <p:nvPr/>
        </p:nvCxnSpPr>
        <p:spPr>
          <a:xfrm>
            <a:off x="8886825" y="3518156"/>
            <a:ext cx="558755" cy="77856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4" name="Straight Arrow Connector 123">
            <a:extLst>
              <a:ext uri="{FF2B5EF4-FFF2-40B4-BE49-F238E27FC236}">
                <a16:creationId xmlns:a16="http://schemas.microsoft.com/office/drawing/2014/main" id="{C75C9AC2-E7D6-0FB4-E0E8-21BE038C90B6}"/>
              </a:ext>
            </a:extLst>
          </p:cNvPr>
          <p:cNvCxnSpPr/>
          <p:nvPr/>
        </p:nvCxnSpPr>
        <p:spPr>
          <a:xfrm>
            <a:off x="9022080" y="3526579"/>
            <a:ext cx="1991360" cy="76319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26" name="Graphic 125" descr="Download from cloud with solid fill">
            <a:extLst>
              <a:ext uri="{FF2B5EF4-FFF2-40B4-BE49-F238E27FC236}">
                <a16:creationId xmlns:a16="http://schemas.microsoft.com/office/drawing/2014/main" id="{1C5EA28D-7450-5F7A-48F0-2E5A4E15E7C9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247296" y="1753288"/>
            <a:ext cx="610257" cy="610257"/>
          </a:xfrm>
          <a:prstGeom prst="rect">
            <a:avLst/>
          </a:prstGeom>
        </p:spPr>
      </p:pic>
      <p:pic>
        <p:nvPicPr>
          <p:cNvPr id="127" name="Picture 126" descr="A blue and yellow snake&#10;&#10;Description automatically generated">
            <a:extLst>
              <a:ext uri="{FF2B5EF4-FFF2-40B4-BE49-F238E27FC236}">
                <a16:creationId xmlns:a16="http://schemas.microsoft.com/office/drawing/2014/main" id="{8928934B-3012-55D5-5DBF-DC287F50A7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59952" y="1830949"/>
            <a:ext cx="328043" cy="328043"/>
          </a:xfrm>
          <a:prstGeom prst="rect">
            <a:avLst/>
          </a:prstGeom>
        </p:spPr>
      </p:pic>
      <p:sp>
        <p:nvSpPr>
          <p:cNvPr id="128" name="TextBox 127">
            <a:extLst>
              <a:ext uri="{FF2B5EF4-FFF2-40B4-BE49-F238E27FC236}">
                <a16:creationId xmlns:a16="http://schemas.microsoft.com/office/drawing/2014/main" id="{D66B21AF-C46D-5EED-D06D-21F566DCCF27}"/>
              </a:ext>
            </a:extLst>
          </p:cNvPr>
          <p:cNvSpPr txBox="1"/>
          <p:nvPr/>
        </p:nvSpPr>
        <p:spPr>
          <a:xfrm>
            <a:off x="6875613" y="1724856"/>
            <a:ext cx="190736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Perturbations data download</a:t>
            </a:r>
          </a:p>
        </p:txBody>
      </p:sp>
      <p:cxnSp>
        <p:nvCxnSpPr>
          <p:cNvPr id="130" name="Straight Arrow Connector 129">
            <a:extLst>
              <a:ext uri="{FF2B5EF4-FFF2-40B4-BE49-F238E27FC236}">
                <a16:creationId xmlns:a16="http://schemas.microsoft.com/office/drawing/2014/main" id="{F210624B-143D-1B33-C367-20085B1E7979}"/>
              </a:ext>
            </a:extLst>
          </p:cNvPr>
          <p:cNvCxnSpPr>
            <a:cxnSpLocks/>
            <a:stCxn id="128" idx="2"/>
          </p:cNvCxnSpPr>
          <p:nvPr/>
        </p:nvCxnSpPr>
        <p:spPr>
          <a:xfrm>
            <a:off x="7829293" y="2371187"/>
            <a:ext cx="860239" cy="239939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1" name="Straight Arrow Connector 130">
            <a:extLst>
              <a:ext uri="{FF2B5EF4-FFF2-40B4-BE49-F238E27FC236}">
                <a16:creationId xmlns:a16="http://schemas.microsoft.com/office/drawing/2014/main" id="{F54B2634-7002-250B-E7F8-23A0B41569EB}"/>
              </a:ext>
            </a:extLst>
          </p:cNvPr>
          <p:cNvCxnSpPr>
            <a:cxnSpLocks/>
            <a:stCxn id="107" idx="2"/>
          </p:cNvCxnSpPr>
          <p:nvPr/>
        </p:nvCxnSpPr>
        <p:spPr>
          <a:xfrm flipH="1">
            <a:off x="8936255" y="2332475"/>
            <a:ext cx="1495793" cy="262447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0B0DF5F6-0EFA-E6FA-A7B5-357483CAA52D}"/>
              </a:ext>
            </a:extLst>
          </p:cNvPr>
          <p:cNvSpPr txBox="1"/>
          <p:nvPr/>
        </p:nvSpPr>
        <p:spPr>
          <a:xfrm>
            <a:off x="1777286" y="4664113"/>
            <a:ext cx="2128878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200" dirty="0">
                <a:latin typeface="ADLaM Display" panose="020F0502020204030204" pitchFamily="2" charset="0"/>
                <a:ea typeface="ADLaM Display" panose="020F0502020204030204" pitchFamily="2" charset="0"/>
                <a:cs typeface="ADLaM Display" panose="020F0502020204030204" pitchFamily="2" charset="0"/>
              </a:rPr>
              <a:t>Private Side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63E728C-38E0-F034-690B-4056B8939053}"/>
              </a:ext>
            </a:extLst>
          </p:cNvPr>
          <p:cNvSpPr txBox="1"/>
          <p:nvPr/>
        </p:nvSpPr>
        <p:spPr>
          <a:xfrm>
            <a:off x="6777562" y="6262245"/>
            <a:ext cx="344235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2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Open-Source Side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7E176E6-80E7-27BA-ED17-48C7E519C279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255254" y="2782103"/>
            <a:ext cx="583141" cy="5831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47660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ACDA59-55A0-4EA5-B3E4-646D1D3B4C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605259"/>
          </a:xfrm>
        </p:spPr>
        <p:txBody>
          <a:bodyPr>
            <a:noAutofit/>
          </a:bodyPr>
          <a:lstStyle/>
          <a:p>
            <a:r>
              <a:rPr lang="en-US" sz="3600" dirty="0"/>
              <a:t>High Level Software Architecture</a:t>
            </a:r>
          </a:p>
        </p:txBody>
      </p:sp>
      <p:pic>
        <p:nvPicPr>
          <p:cNvPr id="7" name="Picture 6" descr="A screen shot of a computer&#10;&#10;Description automatically generated">
            <a:extLst>
              <a:ext uri="{FF2B5EF4-FFF2-40B4-BE49-F238E27FC236}">
                <a16:creationId xmlns:a16="http://schemas.microsoft.com/office/drawing/2014/main" id="{9C48B7BE-7647-80AF-9AB2-12AE1D5FFC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6153" y="970384"/>
            <a:ext cx="9879693" cy="57163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45504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ACDA59-55A0-4EA5-B3E4-646D1D3B4C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605259"/>
          </a:xfrm>
        </p:spPr>
        <p:txBody>
          <a:bodyPr>
            <a:noAutofit/>
          </a:bodyPr>
          <a:lstStyle/>
          <a:p>
            <a:r>
              <a:rPr lang="en-US" sz="3600" dirty="0"/>
              <a:t>Supported Missions and Products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9EDF3748-FF46-3998-DDA4-FDF9C148DC2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79364581"/>
              </p:ext>
            </p:extLst>
          </p:nvPr>
        </p:nvGraphicFramePr>
        <p:xfrm>
          <a:off x="839788" y="1075715"/>
          <a:ext cx="10515600" cy="4820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9609">
                  <a:extLst>
                    <a:ext uri="{9D8B030D-6E8A-4147-A177-3AD203B41FA5}">
                      <a16:colId xmlns:a16="http://schemas.microsoft.com/office/drawing/2014/main" val="1498214684"/>
                    </a:ext>
                  </a:extLst>
                </a:gridCol>
                <a:gridCol w="3331029">
                  <a:extLst>
                    <a:ext uri="{9D8B030D-6E8A-4147-A177-3AD203B41FA5}">
                      <a16:colId xmlns:a16="http://schemas.microsoft.com/office/drawing/2014/main" val="2269859059"/>
                    </a:ext>
                  </a:extLst>
                </a:gridCol>
                <a:gridCol w="2155371">
                  <a:extLst>
                    <a:ext uri="{9D8B030D-6E8A-4147-A177-3AD203B41FA5}">
                      <a16:colId xmlns:a16="http://schemas.microsoft.com/office/drawing/2014/main" val="3925662890"/>
                    </a:ext>
                  </a:extLst>
                </a:gridCol>
                <a:gridCol w="1399591">
                  <a:extLst>
                    <a:ext uri="{9D8B030D-6E8A-4147-A177-3AD203B41FA5}">
                      <a16:colId xmlns:a16="http://schemas.microsoft.com/office/drawing/2014/main" val="6904180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Product/Mission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Code Availability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Status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Priority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90788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Aresys</a:t>
                      </a:r>
                      <a:r>
                        <a:rPr lang="en-US" dirty="0"/>
                        <a:t> Product Folder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Matlab</a:t>
                      </a:r>
                      <a:r>
                        <a:rPr lang="en-US" dirty="0"/>
                        <a:t>/Python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DONE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65016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Sentinel-1 SAFE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Python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DONE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887020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rgbClr val="00B050"/>
                          </a:solidFill>
                        </a:rPr>
                        <a:t>RISAT-1A (US4)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ONGOING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309801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rgbClr val="00B050"/>
                          </a:solidFill>
                        </a:rPr>
                        <a:t>NOVASAR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Python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TBD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404712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rgbClr val="00B050"/>
                          </a:solidFill>
                        </a:rPr>
                        <a:t>SAOCOM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Matlab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TBD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97216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rgbClr val="00B050"/>
                          </a:solidFill>
                        </a:rPr>
                        <a:t>ICEYE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Matlab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TBD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40825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rgbClr val="002060"/>
                          </a:solidFill>
                        </a:rPr>
                        <a:t>PAZ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Matlab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TBD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34175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rgbClr val="002060"/>
                          </a:solidFill>
                        </a:rPr>
                        <a:t>TERRASAR-X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TBD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460059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rgbClr val="002060"/>
                          </a:solidFill>
                        </a:rPr>
                        <a:t>COSMO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TBD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69136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rgbClr val="002060"/>
                          </a:solidFill>
                        </a:rPr>
                        <a:t>RADARSAT-2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TBD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37850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ROSE-L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TBD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45641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KOMPSAT-5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TBD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10310826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AD384C47-A372-2801-7263-88C665037276}"/>
              </a:ext>
            </a:extLst>
          </p:cNvPr>
          <p:cNvSpPr txBox="1"/>
          <p:nvPr/>
        </p:nvSpPr>
        <p:spPr>
          <a:xfrm>
            <a:off x="10935476" y="5896635"/>
            <a:ext cx="11010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00B050"/>
                </a:solidFill>
              </a:rPr>
              <a:t>EDAP</a:t>
            </a:r>
          </a:p>
          <a:p>
            <a:r>
              <a:rPr lang="en-US" sz="1400" dirty="0">
                <a:solidFill>
                  <a:srgbClr val="002060"/>
                </a:solidFill>
              </a:rPr>
              <a:t>MPC</a:t>
            </a:r>
          </a:p>
        </p:txBody>
      </p:sp>
    </p:spTree>
    <p:extLst>
      <p:ext uri="{BB962C8B-B14F-4D97-AF65-F5344CB8AC3E}">
        <p14:creationId xmlns:p14="http://schemas.microsoft.com/office/powerpoint/2010/main" val="20100193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ACDA59-55A0-4EA5-B3E4-646D1D3B4C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605259"/>
          </a:xfrm>
        </p:spPr>
        <p:txBody>
          <a:bodyPr>
            <a:noAutofit/>
          </a:bodyPr>
          <a:lstStyle/>
          <a:p>
            <a:r>
              <a:rPr lang="en-US" sz="3600" dirty="0"/>
              <a:t>OPEN POINT LIST (ESA)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EC6B50C-B5E2-57CE-3080-D8B6585E35E7}"/>
              </a:ext>
            </a:extLst>
          </p:cNvPr>
          <p:cNvSpPr txBox="1"/>
          <p:nvPr/>
        </p:nvSpPr>
        <p:spPr>
          <a:xfrm>
            <a:off x="1537657" y="1585418"/>
            <a:ext cx="8003157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Dear all,</a:t>
            </a:r>
          </a:p>
          <a:p>
            <a:pPr algn="l"/>
            <a:r>
              <a:rPr lang="en-US" b="1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We would like to propose the following list of points for the agenda of the meeting:</a:t>
            </a:r>
          </a:p>
          <a:p>
            <a:pPr algn="l"/>
            <a:r>
              <a:rPr lang="en-US" b="1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 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Overview of the future development (SAR-MPC)</a:t>
            </a:r>
          </a:p>
          <a:p>
            <a:pPr marL="742950" lvl="1" indent="-285750" algn="l">
              <a:buFont typeface="Courier New" panose="02070309020205020404" pitchFamily="49" charset="0"/>
              <a:buChar char="o"/>
            </a:pPr>
            <a:r>
              <a:rPr lang="en-US" b="1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Features</a:t>
            </a:r>
          </a:p>
          <a:p>
            <a:pPr marL="742950" lvl="1" indent="-285750" algn="l">
              <a:buFont typeface="Courier New" panose="02070309020205020404" pitchFamily="49" charset="0"/>
              <a:buChar char="o"/>
            </a:pPr>
            <a:r>
              <a:rPr lang="en-US" b="1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Architecture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Harmonisation</a:t>
            </a:r>
            <a:r>
              <a:rPr lang="en-US" b="1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with the parallel activities in BIOMASS and EDAP</a:t>
            </a:r>
          </a:p>
          <a:p>
            <a:pPr marL="742950" lvl="1" indent="-285750" algn="l">
              <a:buFont typeface="Courier New" panose="02070309020205020404" pitchFamily="49" charset="0"/>
              <a:buChar char="o"/>
            </a:pPr>
            <a:r>
              <a:rPr lang="en-US" b="1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Clean design and data model</a:t>
            </a:r>
          </a:p>
          <a:p>
            <a:pPr marL="742950" lvl="1" indent="-285750" algn="l">
              <a:buFont typeface="Courier New" panose="02070309020205020404" pitchFamily="49" charset="0"/>
              <a:buChar char="o"/>
            </a:pPr>
            <a:r>
              <a:rPr lang="en-US" b="1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Modularity</a:t>
            </a:r>
          </a:p>
          <a:p>
            <a:pPr marL="742950" lvl="1" indent="-285750" algn="l">
              <a:buFont typeface="Courier New" panose="02070309020205020404" pitchFamily="49" charset="0"/>
              <a:buChar char="o"/>
            </a:pPr>
            <a:r>
              <a:rPr lang="en-US" b="1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Additional features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Open source best practices</a:t>
            </a:r>
          </a:p>
          <a:p>
            <a:pPr marL="742950" lvl="1" indent="-285750" algn="l">
              <a:buFont typeface="Courier New" panose="02070309020205020404" pitchFamily="49" charset="0"/>
              <a:buChar char="o"/>
            </a:pPr>
            <a:r>
              <a:rPr lang="en-US" b="1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Open-source and open development</a:t>
            </a:r>
          </a:p>
          <a:p>
            <a:pPr marL="742950" lvl="1" indent="-285750" algn="l">
              <a:buFont typeface="Courier New" panose="02070309020205020404" pitchFamily="49" charset="0"/>
              <a:buChar char="o"/>
            </a:pPr>
            <a:r>
              <a:rPr lang="en-US" b="1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Code quality</a:t>
            </a:r>
          </a:p>
          <a:p>
            <a:pPr marL="742950" lvl="1" indent="-285750" algn="l">
              <a:buFont typeface="Courier New" panose="02070309020205020404" pitchFamily="49" charset="0"/>
              <a:buChar char="o"/>
            </a:pPr>
            <a:r>
              <a:rPr lang="en-US" b="1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Unit testing and CI</a:t>
            </a:r>
          </a:p>
        </p:txBody>
      </p:sp>
    </p:spTree>
    <p:extLst>
      <p:ext uri="{BB962C8B-B14F-4D97-AF65-F5344CB8AC3E}">
        <p14:creationId xmlns:p14="http://schemas.microsoft.com/office/powerpoint/2010/main" val="19351741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ACDA59-55A0-4EA5-B3E4-646D1D3B4C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605259"/>
          </a:xfrm>
        </p:spPr>
        <p:txBody>
          <a:bodyPr>
            <a:noAutofit/>
          </a:bodyPr>
          <a:lstStyle/>
          <a:p>
            <a:r>
              <a:rPr lang="en-US" sz="3600" cap="small" dirty="0"/>
              <a:t>Private Side </a:t>
            </a:r>
            <a:r>
              <a:rPr lang="en-US" sz="3600" dirty="0"/>
              <a:t>– UPDATES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85FE47C-A4FF-D018-2E69-4649505A0101}"/>
              </a:ext>
            </a:extLst>
          </p:cNvPr>
          <p:cNvSpPr txBox="1"/>
          <p:nvPr/>
        </p:nvSpPr>
        <p:spPr>
          <a:xfrm>
            <a:off x="989040" y="2662599"/>
            <a:ext cx="1079551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cap="small" dirty="0" err="1"/>
              <a:t>Arepyextras</a:t>
            </a:r>
            <a:r>
              <a:rPr lang="en-US" b="1" cap="small" dirty="0"/>
              <a:t> Quality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NESZ analysis implementation							</a:t>
            </a:r>
            <a:r>
              <a:rPr lang="en-US" dirty="0">
                <a:solidFill>
                  <a:srgbClr val="0070C0"/>
                </a:solidFill>
              </a:rPr>
              <a:t>[ONGOING]</a:t>
            </a:r>
            <a:endParaRPr lang="en-US" dirty="0">
              <a:solidFill>
                <a:srgbClr val="00B05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gamma profiles analysis implementation (RAIN FOREST?)</a:t>
            </a:r>
            <a:r>
              <a:rPr lang="en-US" dirty="0">
                <a:solidFill>
                  <a:srgbClr val="C00000"/>
                </a:solidFill>
              </a:rPr>
              <a:t>			</a:t>
            </a:r>
            <a:r>
              <a:rPr lang="en-US" dirty="0">
                <a:solidFill>
                  <a:srgbClr val="0070C0"/>
                </a:solidFill>
              </a:rPr>
              <a:t>[ONGOING]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additional output quantities to match the needs of post-processing</a:t>
            </a:r>
            <a:r>
              <a:rPr lang="en-US" dirty="0">
                <a:solidFill>
                  <a:srgbClr val="0070C0"/>
                </a:solidFill>
              </a:rPr>
              <a:t>		[ONGOING]</a:t>
            </a:r>
            <a:endParaRPr lang="en-US" dirty="0">
              <a:solidFill>
                <a:srgbClr val="C0000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B88366A-867E-0FC6-09B2-2DF8BB3E76E9}"/>
              </a:ext>
            </a:extLst>
          </p:cNvPr>
          <p:cNvSpPr txBox="1"/>
          <p:nvPr/>
        </p:nvSpPr>
        <p:spPr>
          <a:xfrm>
            <a:off x="989040" y="4084183"/>
            <a:ext cx="10795519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cap="small" dirty="0"/>
              <a:t>SCT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define operation flow and configurability (accessible tunable parameters)	</a:t>
            </a:r>
            <a:r>
              <a:rPr lang="en-US" dirty="0">
                <a:solidFill>
                  <a:srgbClr val="0070C0"/>
                </a:solidFill>
              </a:rPr>
              <a:t>	</a:t>
            </a:r>
            <a:r>
              <a:rPr lang="en-US" dirty="0">
                <a:solidFill>
                  <a:srgbClr val="FFC000"/>
                </a:solidFill>
              </a:rPr>
              <a:t>[~DONE]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time corrections module (specific for sentinel-1) implementation	</a:t>
            </a:r>
            <a:r>
              <a:rPr lang="en-US" dirty="0">
                <a:solidFill>
                  <a:srgbClr val="C00000"/>
                </a:solidFill>
              </a:rPr>
              <a:t>		</a:t>
            </a:r>
            <a:r>
              <a:rPr lang="en-US" dirty="0">
                <a:solidFill>
                  <a:srgbClr val="FFC000"/>
                </a:solidFill>
              </a:rPr>
              <a:t>[~DONE]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documentation</a:t>
            </a:r>
            <a:r>
              <a:rPr lang="en-US" dirty="0">
                <a:solidFill>
                  <a:srgbClr val="FFC000"/>
                </a:solidFill>
              </a:rPr>
              <a:t>								</a:t>
            </a:r>
            <a:r>
              <a:rPr lang="en-US" dirty="0">
                <a:solidFill>
                  <a:srgbClr val="0070C0"/>
                </a:solidFill>
              </a:rPr>
              <a:t>[ONGOING]</a:t>
            </a:r>
            <a:endParaRPr lang="en-US" dirty="0">
              <a:solidFill>
                <a:srgbClr val="FFC00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define Operation Modes for the CLI tool						</a:t>
            </a:r>
            <a:r>
              <a:rPr lang="en-US" dirty="0">
                <a:solidFill>
                  <a:srgbClr val="C00000"/>
                </a:solidFill>
              </a:rPr>
              <a:t>[TBD]</a:t>
            </a:r>
            <a:endParaRPr lang="en-US" dirty="0">
              <a:solidFill>
                <a:srgbClr val="0070C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introduction of new products (ETAD and MPC)</a:t>
            </a:r>
            <a:r>
              <a:rPr lang="en-US" dirty="0">
                <a:solidFill>
                  <a:srgbClr val="C00000"/>
                </a:solidFill>
              </a:rPr>
              <a:t>					[TBD]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calibration sites gathering and database population + rethinking?</a:t>
            </a:r>
            <a:r>
              <a:rPr lang="en-US" dirty="0">
                <a:solidFill>
                  <a:srgbClr val="00B050"/>
                </a:solidFill>
              </a:rPr>
              <a:t>			</a:t>
            </a:r>
            <a:r>
              <a:rPr lang="en-US" dirty="0">
                <a:solidFill>
                  <a:srgbClr val="002060"/>
                </a:solidFill>
              </a:rPr>
              <a:t>[ON-HOLD]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interferometry analysis</a:t>
            </a:r>
            <a:r>
              <a:rPr lang="en-US" dirty="0">
                <a:solidFill>
                  <a:srgbClr val="C00000"/>
                </a:solidFill>
              </a:rPr>
              <a:t>							[?]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411D568-0E52-A5B3-A9D7-5930939B8919}"/>
              </a:ext>
            </a:extLst>
          </p:cNvPr>
          <p:cNvSpPr txBox="1"/>
          <p:nvPr/>
        </p:nvSpPr>
        <p:spPr>
          <a:xfrm>
            <a:off x="989041" y="1372319"/>
            <a:ext cx="10795519" cy="92333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b="1" cap="small" dirty="0"/>
              <a:t>MILESTONE 1/2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SLC complete Point Target Analysis and benchmarking with old SCT		</a:t>
            </a:r>
            <a:r>
              <a:rPr lang="en-US" dirty="0">
                <a:solidFill>
                  <a:srgbClr val="00B050"/>
                </a:solidFill>
              </a:rPr>
              <a:t>[DONE]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GRD complete Point Target Analysis and benchmarking with old SCT		</a:t>
            </a:r>
            <a:r>
              <a:rPr lang="en-US" dirty="0">
                <a:solidFill>
                  <a:srgbClr val="0070C0"/>
                </a:solidFill>
              </a:rPr>
              <a:t>[ONGOING]</a:t>
            </a:r>
            <a:endParaRPr lang="en-US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3114303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ACDA59-55A0-4EA5-B3E4-646D1D3B4C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605259"/>
          </a:xfrm>
        </p:spPr>
        <p:txBody>
          <a:bodyPr>
            <a:noAutofit/>
          </a:bodyPr>
          <a:lstStyle/>
          <a:p>
            <a:r>
              <a:rPr lang="en-US" sz="3600" cap="small" dirty="0"/>
              <a:t>Private Side </a:t>
            </a:r>
            <a:r>
              <a:rPr lang="en-US" sz="3600" dirty="0"/>
              <a:t>– COMPLETED TASKS 1/2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85FE47C-A4FF-D018-2E69-4649505A0101}"/>
              </a:ext>
            </a:extLst>
          </p:cNvPr>
          <p:cNvSpPr txBox="1"/>
          <p:nvPr/>
        </p:nvSpPr>
        <p:spPr>
          <a:xfrm>
            <a:off x="1026364" y="2446299"/>
            <a:ext cx="1079551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cap="small" dirty="0" err="1"/>
              <a:t>Arepyextras</a:t>
            </a:r>
            <a:r>
              <a:rPr lang="en-US" b="1" cap="small" dirty="0"/>
              <a:t> Quality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refactoring to allow protocol-compliant input injection				</a:t>
            </a:r>
            <a:r>
              <a:rPr lang="en-US" dirty="0">
                <a:solidFill>
                  <a:srgbClr val="00B050"/>
                </a:solidFill>
              </a:rPr>
              <a:t>[DONE]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refactoring to allow new </a:t>
            </a:r>
            <a:r>
              <a:rPr lang="en-US" dirty="0" err="1"/>
              <a:t>Aresys</a:t>
            </a:r>
            <a:r>
              <a:rPr lang="en-US" dirty="0"/>
              <a:t> product folder format from </a:t>
            </a:r>
            <a:r>
              <a:rPr lang="en-US" dirty="0" err="1"/>
              <a:t>arepytools</a:t>
            </a:r>
            <a:r>
              <a:rPr lang="en-US" dirty="0">
                <a:solidFill>
                  <a:srgbClr val="00B050"/>
                </a:solidFill>
              </a:rPr>
              <a:t>		[DONE]</a:t>
            </a:r>
            <a:endParaRPr lang="en-US" dirty="0">
              <a:solidFill>
                <a:srgbClr val="C0000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2CB62A5-28A3-DC91-954B-F04A7E97FBD4}"/>
              </a:ext>
            </a:extLst>
          </p:cNvPr>
          <p:cNvSpPr txBox="1"/>
          <p:nvPr/>
        </p:nvSpPr>
        <p:spPr>
          <a:xfrm>
            <a:off x="1026366" y="1280806"/>
            <a:ext cx="1079551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cap="small" dirty="0" err="1"/>
              <a:t>Arepytools</a:t>
            </a:r>
            <a:endParaRPr lang="en-US" b="1" cap="small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new </a:t>
            </a:r>
            <a:r>
              <a:rPr lang="en-US" dirty="0" err="1"/>
              <a:t>Aresys</a:t>
            </a:r>
            <a:r>
              <a:rPr lang="en-US" dirty="0"/>
              <a:t> product folder format implementation				</a:t>
            </a:r>
            <a:r>
              <a:rPr lang="en-US" dirty="0">
                <a:solidFill>
                  <a:srgbClr val="00B050"/>
                </a:solidFill>
              </a:rPr>
              <a:t>[DONE]</a:t>
            </a:r>
            <a:endParaRPr lang="en-US" dirty="0">
              <a:solidFill>
                <a:srgbClr val="0070C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new internal point target products management implementation</a:t>
            </a:r>
            <a:r>
              <a:rPr lang="en-US" dirty="0">
                <a:solidFill>
                  <a:srgbClr val="0070C0"/>
                </a:solidFill>
              </a:rPr>
              <a:t>			</a:t>
            </a:r>
            <a:r>
              <a:rPr lang="en-US" dirty="0">
                <a:solidFill>
                  <a:srgbClr val="00B050"/>
                </a:solidFill>
              </a:rPr>
              <a:t>[DONE]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B88366A-867E-0FC6-09B2-2DF8BB3E76E9}"/>
              </a:ext>
            </a:extLst>
          </p:cNvPr>
          <p:cNvSpPr txBox="1"/>
          <p:nvPr/>
        </p:nvSpPr>
        <p:spPr>
          <a:xfrm>
            <a:off x="1026364" y="3611792"/>
            <a:ext cx="10795519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cap="small" dirty="0"/>
              <a:t>SCT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perturbations management: understand where and how	</a:t>
            </a:r>
            <a:r>
              <a:rPr lang="en-US" dirty="0">
                <a:solidFill>
                  <a:srgbClr val="C00000"/>
                </a:solidFill>
              </a:rPr>
              <a:t>			</a:t>
            </a:r>
            <a:r>
              <a:rPr lang="en-US" dirty="0">
                <a:solidFill>
                  <a:srgbClr val="00B050"/>
                </a:solidFill>
              </a:rPr>
              <a:t>[DONE]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time corrections management: understand where and how</a:t>
            </a:r>
            <a:r>
              <a:rPr lang="en-US" dirty="0">
                <a:solidFill>
                  <a:srgbClr val="C00000"/>
                </a:solidFill>
              </a:rPr>
              <a:t>			</a:t>
            </a:r>
            <a:r>
              <a:rPr lang="en-US" dirty="0">
                <a:solidFill>
                  <a:srgbClr val="00B050"/>
                </a:solidFill>
              </a:rPr>
              <a:t>[DONE]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calibration sites SQLite database schema definition				</a:t>
            </a:r>
            <a:r>
              <a:rPr lang="en-US" dirty="0">
                <a:solidFill>
                  <a:srgbClr val="00B050"/>
                </a:solidFill>
              </a:rPr>
              <a:t>[DONE]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create a new internal repository to host the project</a:t>
            </a:r>
            <a:r>
              <a:rPr lang="en-US" dirty="0">
                <a:solidFill>
                  <a:srgbClr val="C00000"/>
                </a:solidFill>
              </a:rPr>
              <a:t>				</a:t>
            </a:r>
            <a:r>
              <a:rPr lang="en-US" dirty="0">
                <a:solidFill>
                  <a:srgbClr val="00B050"/>
                </a:solidFill>
              </a:rPr>
              <a:t>[DONE]</a:t>
            </a:r>
            <a:endParaRPr lang="en-US" dirty="0">
              <a:solidFill>
                <a:srgbClr val="C0000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external orbits management: understand where and how</a:t>
            </a:r>
            <a:r>
              <a:rPr lang="en-US" dirty="0">
                <a:solidFill>
                  <a:srgbClr val="C00000"/>
                </a:solidFill>
              </a:rPr>
              <a:t>			</a:t>
            </a:r>
            <a:r>
              <a:rPr lang="en-US" dirty="0">
                <a:solidFill>
                  <a:srgbClr val="00B050"/>
                </a:solidFill>
              </a:rPr>
              <a:t>[DONE]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SAFE reader, compliant with input protocol</a:t>
            </a:r>
            <a:r>
              <a:rPr lang="en-US" dirty="0">
                <a:solidFill>
                  <a:srgbClr val="00B050"/>
                </a:solidFill>
              </a:rPr>
              <a:t>					[DONE]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calibration sites SQLite database schema definition				</a:t>
            </a:r>
            <a:r>
              <a:rPr lang="en-US" dirty="0">
                <a:solidFill>
                  <a:srgbClr val="00B050"/>
                </a:solidFill>
              </a:rPr>
              <a:t>[DONE]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SQLite calibration site generation (scripts + DB)</a:t>
            </a:r>
            <a:r>
              <a:rPr lang="en-US" dirty="0">
                <a:solidFill>
                  <a:srgbClr val="00B050"/>
                </a:solidFill>
              </a:rPr>
              <a:t>					[DONE]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external orbits management: understand where and how</a:t>
            </a:r>
            <a:r>
              <a:rPr lang="en-US" dirty="0">
                <a:solidFill>
                  <a:srgbClr val="C00000"/>
                </a:solidFill>
              </a:rPr>
              <a:t>			</a:t>
            </a:r>
            <a:r>
              <a:rPr lang="en-US" dirty="0">
                <a:solidFill>
                  <a:srgbClr val="00B050"/>
                </a:solidFill>
              </a:rPr>
              <a:t>[DONE]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external orbits module (specific for sentinel-1) implementation</a:t>
            </a:r>
            <a:r>
              <a:rPr lang="en-US" dirty="0">
                <a:solidFill>
                  <a:srgbClr val="C00000"/>
                </a:solidFill>
              </a:rPr>
              <a:t>			</a:t>
            </a:r>
            <a:r>
              <a:rPr lang="en-US" dirty="0">
                <a:solidFill>
                  <a:srgbClr val="00B050"/>
                </a:solidFill>
              </a:rPr>
              <a:t>[DONE]</a:t>
            </a:r>
            <a:endParaRPr lang="en-US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8518795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ACDA59-55A0-4EA5-B3E4-646D1D3B4C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605259"/>
          </a:xfrm>
        </p:spPr>
        <p:txBody>
          <a:bodyPr>
            <a:noAutofit/>
          </a:bodyPr>
          <a:lstStyle/>
          <a:p>
            <a:r>
              <a:rPr lang="en-US" sz="3600" cap="small" dirty="0"/>
              <a:t>Private Side </a:t>
            </a:r>
            <a:r>
              <a:rPr lang="en-US" sz="3600" dirty="0"/>
              <a:t>– COMPLETED TASKS 2/2</a:t>
            </a:r>
          </a:p>
        </p:txBody>
      </p:sp>
    </p:spTree>
    <p:extLst>
      <p:ext uri="{BB962C8B-B14F-4D97-AF65-F5344CB8AC3E}">
        <p14:creationId xmlns:p14="http://schemas.microsoft.com/office/powerpoint/2010/main" val="417858558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ACDA59-55A0-4EA5-B3E4-646D1D3B4C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605259"/>
          </a:xfrm>
        </p:spPr>
        <p:txBody>
          <a:bodyPr>
            <a:noAutofit/>
          </a:bodyPr>
          <a:lstStyle/>
          <a:p>
            <a:r>
              <a:rPr lang="en-US" sz="3600" cap="small" dirty="0"/>
              <a:t>Private side </a:t>
            </a:r>
            <a:r>
              <a:rPr lang="en-US" sz="3600" dirty="0"/>
              <a:t>– Radiometric Analysis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85FE47C-A4FF-D018-2E69-4649505A0101}"/>
              </a:ext>
            </a:extLst>
          </p:cNvPr>
          <p:cNvSpPr txBox="1"/>
          <p:nvPr/>
        </p:nvSpPr>
        <p:spPr>
          <a:xfrm>
            <a:off x="942391" y="2412547"/>
            <a:ext cx="10795519" cy="13388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spcAft>
                <a:spcPts val="3000"/>
              </a:spcAft>
              <a:buFont typeface="Arial" panose="020B0604020202020204" pitchFamily="34" charset="0"/>
              <a:buChar char="•"/>
            </a:pPr>
            <a:r>
              <a:rPr lang="en-US" sz="2800" dirty="0"/>
              <a:t>Define new radiometric analysis process</a:t>
            </a:r>
          </a:p>
          <a:p>
            <a:pPr marL="457200" indent="-457200">
              <a:spcAft>
                <a:spcPts val="3000"/>
              </a:spcAft>
              <a:buFont typeface="Arial" panose="020B0604020202020204" pitchFamily="34" charset="0"/>
              <a:buChar char="•"/>
            </a:pPr>
            <a:r>
              <a:rPr lang="en-US" sz="2800" dirty="0"/>
              <a:t>Radiometric + Gamma output: NETCDF? graphs?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1D1F55A-C667-B0F5-1D6D-EC547AD40213}"/>
              </a:ext>
            </a:extLst>
          </p:cNvPr>
          <p:cNvSpPr txBox="1"/>
          <p:nvPr/>
        </p:nvSpPr>
        <p:spPr>
          <a:xfrm>
            <a:off x="3054220" y="1239712"/>
            <a:ext cx="6083559" cy="64633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>
                <a:solidFill>
                  <a:srgbClr val="C00000"/>
                </a:solidFill>
                <a:latin typeface="Amasis MT Pro Black" panose="020F0502020204030204" pitchFamily="18" charset="0"/>
              </a:rPr>
              <a:t>INFORMATION NEEDED</a:t>
            </a:r>
          </a:p>
        </p:txBody>
      </p:sp>
    </p:spTree>
    <p:extLst>
      <p:ext uri="{BB962C8B-B14F-4D97-AF65-F5344CB8AC3E}">
        <p14:creationId xmlns:p14="http://schemas.microsoft.com/office/powerpoint/2010/main" val="227391793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ACDA59-55A0-4EA5-B3E4-646D1D3B4C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605259"/>
          </a:xfrm>
        </p:spPr>
        <p:txBody>
          <a:bodyPr>
            <a:noAutofit/>
          </a:bodyPr>
          <a:lstStyle/>
          <a:p>
            <a:r>
              <a:rPr lang="en-US" sz="3600" cap="small" dirty="0"/>
              <a:t>Private side </a:t>
            </a:r>
            <a:r>
              <a:rPr lang="en-US" sz="3600" dirty="0"/>
              <a:t>– Operation Modes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85FE47C-A4FF-D018-2E69-4649505A0101}"/>
              </a:ext>
            </a:extLst>
          </p:cNvPr>
          <p:cNvSpPr txBox="1"/>
          <p:nvPr/>
        </p:nvSpPr>
        <p:spPr>
          <a:xfrm>
            <a:off x="942391" y="2155372"/>
            <a:ext cx="10795519" cy="22006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Define SCT CLI operation modes:</a:t>
            </a:r>
          </a:p>
          <a:p>
            <a:endParaRPr lang="en-US" sz="2800" dirty="0"/>
          </a:p>
          <a:p>
            <a:pPr marL="457200" indent="-457200">
              <a:spcAft>
                <a:spcPts val="3000"/>
              </a:spcAft>
              <a:buFont typeface="Arial" panose="020B0604020202020204" pitchFamily="34" charset="0"/>
              <a:buChar char="•"/>
            </a:pPr>
            <a:r>
              <a:rPr lang="en-US" sz="2800" dirty="0"/>
              <a:t>Commands</a:t>
            </a:r>
          </a:p>
          <a:p>
            <a:pPr marL="457200" indent="-457200">
              <a:spcAft>
                <a:spcPts val="3000"/>
              </a:spcAft>
              <a:buFont typeface="Arial" panose="020B0604020202020204" pitchFamily="34" charset="0"/>
              <a:buChar char="•"/>
            </a:pPr>
            <a:r>
              <a:rPr lang="en-US" sz="2800" dirty="0"/>
              <a:t>Analysis flow: input parameters, workflow, output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1D1F55A-C667-B0F5-1D6D-EC547AD40213}"/>
              </a:ext>
            </a:extLst>
          </p:cNvPr>
          <p:cNvSpPr txBox="1"/>
          <p:nvPr/>
        </p:nvSpPr>
        <p:spPr>
          <a:xfrm>
            <a:off x="3054220" y="1239712"/>
            <a:ext cx="6083559" cy="64633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>
                <a:solidFill>
                  <a:srgbClr val="C00000"/>
                </a:solidFill>
                <a:latin typeface="Amasis MT Pro Black" panose="020F0502020204030204" pitchFamily="18" charset="0"/>
              </a:rPr>
              <a:t>INFORMATION NEEDED</a:t>
            </a:r>
          </a:p>
        </p:txBody>
      </p:sp>
    </p:spTree>
    <p:extLst>
      <p:ext uri="{BB962C8B-B14F-4D97-AF65-F5344CB8AC3E}">
        <p14:creationId xmlns:p14="http://schemas.microsoft.com/office/powerpoint/2010/main" val="377131039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ACDA59-55A0-4EA5-B3E4-646D1D3B4C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605259"/>
          </a:xfrm>
        </p:spPr>
        <p:txBody>
          <a:bodyPr>
            <a:noAutofit/>
          </a:bodyPr>
          <a:lstStyle/>
          <a:p>
            <a:r>
              <a:rPr lang="en-US" sz="3600" cap="small" dirty="0"/>
              <a:t>Private side </a:t>
            </a:r>
            <a:r>
              <a:rPr lang="en-US" sz="3600" dirty="0"/>
              <a:t>– Calibration Sites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85FE47C-A4FF-D018-2E69-4649505A0101}"/>
              </a:ext>
            </a:extLst>
          </p:cNvPr>
          <p:cNvSpPr txBox="1"/>
          <p:nvPr/>
        </p:nvSpPr>
        <p:spPr>
          <a:xfrm>
            <a:off x="942391" y="2006082"/>
            <a:ext cx="10795519" cy="36471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Calibration sites DB management:</a:t>
            </a:r>
          </a:p>
          <a:p>
            <a:endParaRPr lang="en-US" sz="2800" dirty="0"/>
          </a:p>
          <a:p>
            <a: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800" dirty="0"/>
              <a:t>How to manage calibration sites different from Surat Basin?</a:t>
            </a:r>
          </a:p>
          <a:p>
            <a: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800" dirty="0"/>
              <a:t>Delays? RCS? In DB or to be evaluated through formulas? (if they are signal dependent, they cannot be in a DB)</a:t>
            </a:r>
          </a:p>
          <a:p>
            <a: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800" dirty="0"/>
              <a:t>Support for external .csv template source file</a:t>
            </a:r>
          </a:p>
          <a:p>
            <a: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800" dirty="0"/>
              <a:t>Rosamond? Very difficult to add to DB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1D1F55A-C667-B0F5-1D6D-EC547AD40213}"/>
              </a:ext>
            </a:extLst>
          </p:cNvPr>
          <p:cNvSpPr txBox="1"/>
          <p:nvPr/>
        </p:nvSpPr>
        <p:spPr>
          <a:xfrm>
            <a:off x="3054220" y="1239712"/>
            <a:ext cx="6083559" cy="64633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>
                <a:solidFill>
                  <a:srgbClr val="C00000"/>
                </a:solidFill>
                <a:latin typeface="Amasis MT Pro Black" panose="020F0502020204030204" pitchFamily="18" charset="0"/>
              </a:rPr>
              <a:t>INFORMATION NEEDED</a:t>
            </a:r>
          </a:p>
        </p:txBody>
      </p:sp>
    </p:spTree>
    <p:extLst>
      <p:ext uri="{BB962C8B-B14F-4D97-AF65-F5344CB8AC3E}">
        <p14:creationId xmlns:p14="http://schemas.microsoft.com/office/powerpoint/2010/main" val="146478849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ACDA59-55A0-4EA5-B3E4-646D1D3B4C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605259"/>
          </a:xfrm>
        </p:spPr>
        <p:txBody>
          <a:bodyPr>
            <a:noAutofit/>
          </a:bodyPr>
          <a:lstStyle/>
          <a:p>
            <a:r>
              <a:rPr lang="en-US" sz="3600" cap="small" dirty="0"/>
              <a:t>Private side </a:t>
            </a:r>
            <a:r>
              <a:rPr lang="en-US" sz="3600" dirty="0"/>
              <a:t>– Web Scraping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85FE47C-A4FF-D018-2E69-4649505A0101}"/>
              </a:ext>
            </a:extLst>
          </p:cNvPr>
          <p:cNvSpPr txBox="1"/>
          <p:nvPr/>
        </p:nvSpPr>
        <p:spPr>
          <a:xfrm>
            <a:off x="942391" y="2225157"/>
            <a:ext cx="10795519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Automatic download of what is needed to perform a complete</a:t>
            </a:r>
          </a:p>
          <a:p>
            <a:r>
              <a:rPr lang="en-US" sz="2800" dirty="0"/>
              <a:t>Analysis:</a:t>
            </a:r>
          </a:p>
          <a:p>
            <a:endParaRPr lang="en-US" sz="28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Rosamond point target data download (free access)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Troposphere maps download (free access)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Ionosphere maps download (authentication needed)</a:t>
            </a:r>
          </a:p>
          <a:p>
            <a:endParaRPr lang="en-US" sz="2800" dirty="0"/>
          </a:p>
          <a:p>
            <a:r>
              <a:rPr lang="en-US" sz="2800" dirty="0"/>
              <a:t>As a separate module? Internal only?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1D1F55A-C667-B0F5-1D6D-EC547AD40213}"/>
              </a:ext>
            </a:extLst>
          </p:cNvPr>
          <p:cNvSpPr txBox="1"/>
          <p:nvPr/>
        </p:nvSpPr>
        <p:spPr>
          <a:xfrm>
            <a:off x="3054220" y="1239712"/>
            <a:ext cx="6083559" cy="64633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>
                <a:solidFill>
                  <a:srgbClr val="C00000"/>
                </a:solidFill>
                <a:latin typeface="Amasis MT Pro Black" panose="020F0502020204030204" pitchFamily="18" charset="0"/>
              </a:rPr>
              <a:t>INFORMATION NEEDED</a:t>
            </a:r>
          </a:p>
        </p:txBody>
      </p:sp>
    </p:spTree>
    <p:extLst>
      <p:ext uri="{BB962C8B-B14F-4D97-AF65-F5344CB8AC3E}">
        <p14:creationId xmlns:p14="http://schemas.microsoft.com/office/powerpoint/2010/main" val="301122095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ACDA59-55A0-4EA5-B3E4-646D1D3B4C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605259"/>
          </a:xfrm>
        </p:spPr>
        <p:txBody>
          <a:bodyPr>
            <a:noAutofit/>
          </a:bodyPr>
          <a:lstStyle/>
          <a:p>
            <a:r>
              <a:rPr lang="en-US" sz="3600" cap="small" dirty="0"/>
              <a:t>Private side </a:t>
            </a:r>
            <a:r>
              <a:rPr lang="en-US" sz="3600" dirty="0"/>
              <a:t>– Open-Source Boundaries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85FE47C-A4FF-D018-2E69-4649505A0101}"/>
              </a:ext>
            </a:extLst>
          </p:cNvPr>
          <p:cNvSpPr txBox="1"/>
          <p:nvPr/>
        </p:nvSpPr>
        <p:spPr>
          <a:xfrm>
            <a:off x="942391" y="2225157"/>
            <a:ext cx="10795519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Understand what’s open-source and what’s not.</a:t>
            </a:r>
          </a:p>
          <a:p>
            <a:endParaRPr lang="en-US" sz="2800" dirty="0"/>
          </a:p>
          <a:p>
            <a:r>
              <a:rPr lang="en-US" sz="2800" dirty="0"/>
              <a:t>Define boundaries for the application as per ESA request.</a:t>
            </a:r>
          </a:p>
          <a:p>
            <a:endParaRPr lang="en-US" sz="28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1D1F55A-C667-B0F5-1D6D-EC547AD40213}"/>
              </a:ext>
            </a:extLst>
          </p:cNvPr>
          <p:cNvSpPr txBox="1"/>
          <p:nvPr/>
        </p:nvSpPr>
        <p:spPr>
          <a:xfrm>
            <a:off x="3054220" y="1239712"/>
            <a:ext cx="6083559" cy="64633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>
                <a:solidFill>
                  <a:srgbClr val="C00000"/>
                </a:solidFill>
                <a:latin typeface="Amasis MT Pro Black" panose="020F0502020204030204" pitchFamily="18" charset="0"/>
              </a:rPr>
              <a:t>INFORMATION NEEDED</a:t>
            </a:r>
          </a:p>
        </p:txBody>
      </p:sp>
    </p:spTree>
    <p:extLst>
      <p:ext uri="{BB962C8B-B14F-4D97-AF65-F5344CB8AC3E}">
        <p14:creationId xmlns:p14="http://schemas.microsoft.com/office/powerpoint/2010/main" val="364182751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ACDA59-55A0-4EA5-B3E4-646D1D3B4C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605259"/>
          </a:xfrm>
        </p:spPr>
        <p:txBody>
          <a:bodyPr>
            <a:noAutofit/>
          </a:bodyPr>
          <a:lstStyle/>
          <a:p>
            <a:r>
              <a:rPr lang="en-US" sz="3600" cap="small" dirty="0"/>
              <a:t>Public Side </a:t>
            </a:r>
            <a:r>
              <a:rPr lang="en-US" sz="3600" dirty="0"/>
              <a:t>– Status Updates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85FE47C-A4FF-D018-2E69-4649505A0101}"/>
              </a:ext>
            </a:extLst>
          </p:cNvPr>
          <p:cNvSpPr txBox="1"/>
          <p:nvPr/>
        </p:nvSpPr>
        <p:spPr>
          <a:xfrm>
            <a:off x="979712" y="2672179"/>
            <a:ext cx="10795519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cap="small" dirty="0" err="1"/>
              <a:t>Arepyextras</a:t>
            </a:r>
            <a:endParaRPr lang="en-US" b="1" cap="small" dirty="0"/>
          </a:p>
          <a:p>
            <a:r>
              <a:rPr lang="en-US" b="1" cap="small" dirty="0"/>
              <a:t>	Quality</a:t>
            </a:r>
          </a:p>
          <a:p>
            <a:pPr marL="1657350" lvl="3" indent="-285750">
              <a:buFont typeface="Arial" panose="020B0604020202020204" pitchFamily="34" charset="0"/>
              <a:buChar char="•"/>
            </a:pPr>
            <a:r>
              <a:rPr lang="en-US" dirty="0"/>
              <a:t>Release wheel v1.1 publishing on </a:t>
            </a:r>
            <a:r>
              <a:rPr lang="en-US" i="1" dirty="0"/>
              <a:t>Python Package Index (</a:t>
            </a:r>
            <a:r>
              <a:rPr lang="en-US" i="1" dirty="0" err="1"/>
              <a:t>PyPI</a:t>
            </a:r>
            <a:r>
              <a:rPr lang="en-US" i="1" dirty="0"/>
              <a:t>)</a:t>
            </a:r>
            <a:r>
              <a:rPr lang="en-US" i="1" dirty="0">
                <a:solidFill>
                  <a:srgbClr val="C00000"/>
                </a:solidFill>
              </a:rPr>
              <a:t>	</a:t>
            </a:r>
            <a:r>
              <a:rPr lang="en-US" dirty="0">
                <a:solidFill>
                  <a:srgbClr val="C00000"/>
                </a:solidFill>
              </a:rPr>
              <a:t>[TBD]</a:t>
            </a:r>
            <a:endParaRPr lang="en-US" i="1" dirty="0">
              <a:solidFill>
                <a:srgbClr val="C00000"/>
              </a:solidFill>
            </a:endParaRPr>
          </a:p>
          <a:p>
            <a:r>
              <a:rPr lang="en-US" b="1" cap="small" dirty="0"/>
              <a:t>	Perturbations</a:t>
            </a:r>
          </a:p>
          <a:p>
            <a:pPr marL="1657350" lvl="3" indent="-285750">
              <a:buFont typeface="Arial" panose="020B0604020202020204" pitchFamily="34" charset="0"/>
              <a:buChar char="•"/>
            </a:pPr>
            <a:r>
              <a:rPr lang="en-US" dirty="0"/>
              <a:t>Release wheel v1.1 publishing on </a:t>
            </a:r>
            <a:r>
              <a:rPr lang="en-US" i="1" dirty="0"/>
              <a:t>Python Package Index (</a:t>
            </a:r>
            <a:r>
              <a:rPr lang="en-US" i="1" dirty="0" err="1"/>
              <a:t>PyPI</a:t>
            </a:r>
            <a:r>
              <a:rPr lang="en-US" i="1" dirty="0"/>
              <a:t>)</a:t>
            </a:r>
            <a:r>
              <a:rPr lang="en-US" i="1" dirty="0">
                <a:solidFill>
                  <a:srgbClr val="C00000"/>
                </a:solidFill>
              </a:rPr>
              <a:t>	</a:t>
            </a:r>
            <a:r>
              <a:rPr lang="en-US" dirty="0">
                <a:solidFill>
                  <a:srgbClr val="C00000"/>
                </a:solidFill>
              </a:rPr>
              <a:t>[TBD]</a:t>
            </a:r>
            <a:endParaRPr lang="en-US" i="1" dirty="0"/>
          </a:p>
          <a:p>
            <a:pPr lvl="3"/>
            <a:endParaRPr lang="en-US" dirty="0">
              <a:solidFill>
                <a:srgbClr val="C0000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2CB62A5-28A3-DC91-954B-F04A7E97FBD4}"/>
              </a:ext>
            </a:extLst>
          </p:cNvPr>
          <p:cNvSpPr txBox="1"/>
          <p:nvPr/>
        </p:nvSpPr>
        <p:spPr>
          <a:xfrm>
            <a:off x="979711" y="1553358"/>
            <a:ext cx="1079551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cap="small" dirty="0" err="1"/>
              <a:t>Arepytools</a:t>
            </a:r>
            <a:endParaRPr lang="en-US" b="1" cap="small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Release wheel v1.6.0 publishing on </a:t>
            </a:r>
            <a:r>
              <a:rPr lang="en-US" i="1" dirty="0"/>
              <a:t>Python Package Index (</a:t>
            </a:r>
            <a:r>
              <a:rPr lang="en-US" i="1" dirty="0" err="1"/>
              <a:t>PyPI</a:t>
            </a:r>
            <a:r>
              <a:rPr lang="en-US" i="1" dirty="0"/>
              <a:t>)			</a:t>
            </a:r>
            <a:r>
              <a:rPr lang="en-US" dirty="0">
                <a:solidFill>
                  <a:srgbClr val="C00000"/>
                </a:solidFill>
              </a:rPr>
              <a:t>[TBD]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B88366A-867E-0FC6-09B2-2DF8BB3E76E9}"/>
              </a:ext>
            </a:extLst>
          </p:cNvPr>
          <p:cNvSpPr txBox="1"/>
          <p:nvPr/>
        </p:nvSpPr>
        <p:spPr>
          <a:xfrm>
            <a:off x="979712" y="4426505"/>
            <a:ext cx="1079551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cap="small" dirty="0"/>
              <a:t>SCT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Create new public </a:t>
            </a:r>
            <a:r>
              <a:rPr lang="en-US" dirty="0" err="1"/>
              <a:t>github</a:t>
            </a:r>
            <a:r>
              <a:rPr lang="en-US" dirty="0"/>
              <a:t> repository						</a:t>
            </a:r>
            <a:r>
              <a:rPr lang="en-US" dirty="0">
                <a:solidFill>
                  <a:srgbClr val="C00000"/>
                </a:solidFill>
              </a:rPr>
              <a:t>[TBD]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Release SCT side of project as open-source code and pre-built docker image	</a:t>
            </a:r>
            <a:r>
              <a:rPr lang="en-US" dirty="0">
                <a:solidFill>
                  <a:srgbClr val="C00000"/>
                </a:solidFill>
              </a:rPr>
              <a:t>[TBD]</a:t>
            </a:r>
          </a:p>
        </p:txBody>
      </p:sp>
    </p:spTree>
    <p:extLst>
      <p:ext uri="{BB962C8B-B14F-4D97-AF65-F5344CB8AC3E}">
        <p14:creationId xmlns:p14="http://schemas.microsoft.com/office/powerpoint/2010/main" val="375382764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Date Placeholder 21">
            <a:extLst>
              <a:ext uri="{FF2B5EF4-FFF2-40B4-BE49-F238E27FC236}">
                <a16:creationId xmlns:a16="http://schemas.microsoft.com/office/drawing/2014/main" id="{692474E6-3035-46B8-9C05-9B4204E8ED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06/11/2023</a:t>
            </a:r>
          </a:p>
        </p:txBody>
      </p:sp>
      <p:sp>
        <p:nvSpPr>
          <p:cNvPr id="24" name="Slide Number Placeholder 23">
            <a:extLst>
              <a:ext uri="{FF2B5EF4-FFF2-40B4-BE49-F238E27FC236}">
                <a16:creationId xmlns:a16="http://schemas.microsoft.com/office/drawing/2014/main" id="{5D838446-B95D-4AB7-B8CA-D5804BB79A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DA9DAA-006C-4F4B-980E-E3DF019B24E2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23" name="Footer Placeholder 22">
            <a:extLst>
              <a:ext uri="{FF2B5EF4-FFF2-40B4-BE49-F238E27FC236}">
                <a16:creationId xmlns:a16="http://schemas.microsoft.com/office/drawing/2014/main" id="{DE8D546E-0F46-4CC0-B2B1-8B2430D00C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-811370" y="1675796"/>
            <a:ext cx="3314382" cy="365125"/>
          </a:xfrm>
        </p:spPr>
        <p:txBody>
          <a:bodyPr/>
          <a:lstStyle/>
          <a:p>
            <a:r>
              <a:rPr lang="en-US" dirty="0"/>
              <a:t>New SCT – Status updates</a:t>
            </a:r>
          </a:p>
        </p:txBody>
      </p:sp>
      <p:pic>
        <p:nvPicPr>
          <p:cNvPr id="9" name="Picture Placeholder 8" descr="mountains at sunset">
            <a:extLst>
              <a:ext uri="{FF2B5EF4-FFF2-40B4-BE49-F238E27FC236}">
                <a16:creationId xmlns:a16="http://schemas.microsoft.com/office/drawing/2014/main" id="{C82DA925-978C-48A9-98AD-0653B7A3D2D9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2"/>
          <a:srcRect t="41" b="41"/>
          <a:stretch/>
        </p:blipFill>
        <p:spPr/>
      </p:pic>
      <p:pic>
        <p:nvPicPr>
          <p:cNvPr id="11" name="Picture Placeholder 10" descr="mountains at sunset">
            <a:extLst>
              <a:ext uri="{FF2B5EF4-FFF2-40B4-BE49-F238E27FC236}">
                <a16:creationId xmlns:a16="http://schemas.microsoft.com/office/drawing/2014/main" id="{E63B7C3F-04A4-43F6-881D-FA11061CBAFA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 rotWithShape="1">
          <a:blip r:embed="rId3"/>
          <a:srcRect t="347" b="347"/>
          <a:stretch/>
        </p:blipFill>
        <p:spPr/>
      </p:pic>
      <p:sp>
        <p:nvSpPr>
          <p:cNvPr id="6" name="Title 5">
            <a:extLst>
              <a:ext uri="{FF2B5EF4-FFF2-40B4-BE49-F238E27FC236}">
                <a16:creationId xmlns:a16="http://schemas.microsoft.com/office/drawing/2014/main" id="{FF777B66-94CB-491C-AC6B-BDAC98E21D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Thank you</a:t>
            </a:r>
          </a:p>
        </p:txBody>
      </p:sp>
      <p:pic>
        <p:nvPicPr>
          <p:cNvPr id="15" name="Picture Placeholder 14" descr="mountains under near dusk sky">
            <a:extLst>
              <a:ext uri="{FF2B5EF4-FFF2-40B4-BE49-F238E27FC236}">
                <a16:creationId xmlns:a16="http://schemas.microsoft.com/office/drawing/2014/main" id="{3D15FDC1-74B5-4FD8-BD17-0E2502C411A6}"/>
              </a:ext>
            </a:extLst>
          </p:cNvPr>
          <p:cNvPicPr>
            <a:picLocks noGrp="1" noChangeAspect="1"/>
          </p:cNvPicPr>
          <p:nvPr>
            <p:ph type="pic" sz="quarter" idx="17"/>
          </p:nvPr>
        </p:nvPicPr>
        <p:blipFill rotWithShape="1">
          <a:blip r:embed="rId4"/>
          <a:srcRect l="16" r="16"/>
          <a:stretch/>
        </p:blipFill>
        <p:spPr/>
      </p:pic>
      <p:pic>
        <p:nvPicPr>
          <p:cNvPr id="13" name="Picture Placeholder 12" descr="mountains under the night sky just before dawn">
            <a:extLst>
              <a:ext uri="{FF2B5EF4-FFF2-40B4-BE49-F238E27FC236}">
                <a16:creationId xmlns:a16="http://schemas.microsoft.com/office/drawing/2014/main" id="{E02C4914-F076-4415-9C5D-A9BDB6CC6110}"/>
              </a:ext>
            </a:extLst>
          </p:cNvPr>
          <p:cNvPicPr>
            <a:picLocks noGrp="1" noChangeAspect="1"/>
          </p:cNvPicPr>
          <p:nvPr>
            <p:ph type="pic" sz="quarter" idx="16"/>
          </p:nvPr>
        </p:nvPicPr>
        <p:blipFill rotWithShape="1">
          <a:blip r:embed="rId5"/>
          <a:srcRect t="108" b="108"/>
          <a:stretch/>
        </p:blipFill>
        <p:spPr/>
      </p:pic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D9319C6-E47E-68F7-834A-03036B417BB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27313156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Gradient">
      <a:dk1>
        <a:sysClr val="windowText" lastClr="000000"/>
      </a:dk1>
      <a:lt1>
        <a:sysClr val="window" lastClr="FFFFFF"/>
      </a:lt1>
      <a:dk2>
        <a:srgbClr val="10013F"/>
      </a:dk2>
      <a:lt2>
        <a:srgbClr val="F2F0FF"/>
      </a:lt2>
      <a:accent1>
        <a:srgbClr val="814DFF"/>
      </a:accent1>
      <a:accent2>
        <a:srgbClr val="243FFF"/>
      </a:accent2>
      <a:accent3>
        <a:srgbClr val="FF83B6"/>
      </a:accent3>
      <a:accent4>
        <a:srgbClr val="FF9022"/>
      </a:accent4>
      <a:accent5>
        <a:srgbClr val="FF1F85"/>
      </a:accent5>
      <a:accent6>
        <a:srgbClr val="1A98FF"/>
      </a:accent6>
      <a:hlink>
        <a:srgbClr val="0563C1"/>
      </a:hlink>
      <a:folHlink>
        <a:srgbClr val="954F72"/>
      </a:folHlink>
    </a:clrScheme>
    <a:fontScheme name="Univers">
      <a:majorFont>
        <a:latin typeface="Univers"/>
        <a:ea typeface=""/>
        <a:cs typeface=""/>
      </a:majorFont>
      <a:minorFont>
        <a:latin typeface="Univer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radientUnivers" id="{D909BD3F-B240-4348-8BE3-67FDD68BA7A7}" vid="{4848699B-BB01-41E3-9EC4-3D97DFE5292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  <_ip_UnifiedCompliancePolicyUIAction xmlns="http://schemas.microsoft.com/sharepoint/v3" xsi:nil="true"/>
    <Image xmlns="71af3243-3dd4-4a8d-8c0d-dd76da1f02a5">
      <Url xsi:nil="true"/>
      <Description xsi:nil="true"/>
    </Image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7" ma:contentTypeDescription="Create a new document." ma:contentTypeScope="" ma:versionID="c6f9a84f66a9c8b9a21755b9ffafb945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27df39e3e7036dff54f89ddd5805ce72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99919F73-B6C2-4A43-95E2-833EC48925FE}">
  <ds:schemaRefs>
    <ds:schemaRef ds:uri="http://schemas.microsoft.com/office/2006/metadata/properties"/>
    <ds:schemaRef ds:uri="http://schemas.microsoft.com/office/infopath/2007/PartnerControls"/>
    <ds:schemaRef ds:uri="71af3243-3dd4-4a8d-8c0d-dd76da1f02a5"/>
    <ds:schemaRef ds:uri="http://schemas.microsoft.com/sharepoint/v3"/>
    <ds:schemaRef ds:uri="230e9df3-be65-4c73-a93b-d1236ebd677e"/>
  </ds:schemaRefs>
</ds:datastoreItem>
</file>

<file path=customXml/itemProps2.xml><?xml version="1.0" encoding="utf-8"?>
<ds:datastoreItem xmlns:ds="http://schemas.openxmlformats.org/officeDocument/2006/customXml" ds:itemID="{3C8E00D1-8EA3-4E42-801D-0253E1EAFC21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D4A67D12-FAB5-406C-9279-3EAA5A20A61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{0847EA3F-EF77-45EF-B5CC-186D36D9A9C2}tf89338750_win32</Template>
  <TotalTime>1271</TotalTime>
  <Words>919</Words>
  <Application>Microsoft Office PowerPoint</Application>
  <PresentationFormat>Widescreen</PresentationFormat>
  <Paragraphs>183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2" baseType="lpstr">
      <vt:lpstr>ADLaM Display</vt:lpstr>
      <vt:lpstr>Amasis MT Pro Black</vt:lpstr>
      <vt:lpstr>Arial</vt:lpstr>
      <vt:lpstr>Calibri</vt:lpstr>
      <vt:lpstr>Courier New</vt:lpstr>
      <vt:lpstr>Univers</vt:lpstr>
      <vt:lpstr>Custom</vt:lpstr>
      <vt:lpstr>New SCT status updates v1.3</vt:lpstr>
      <vt:lpstr>High Level Software Architecture</vt:lpstr>
      <vt:lpstr>High Level Software Architecture</vt:lpstr>
      <vt:lpstr>Supported Missions and Products</vt:lpstr>
      <vt:lpstr>OPEN POINT LIST (ESA)</vt:lpstr>
      <vt:lpstr>Private Side – UPDATES</vt:lpstr>
      <vt:lpstr>Private Side – COMPLETED TASKS 1/2</vt:lpstr>
      <vt:lpstr>Private Side – COMPLETED TASKS 2/2</vt:lpstr>
      <vt:lpstr>Private side – Radiometric Analysis</vt:lpstr>
      <vt:lpstr>Private side – Operation Modes</vt:lpstr>
      <vt:lpstr>Private side – Calibration Sites</vt:lpstr>
      <vt:lpstr>Private side – Web Scraping</vt:lpstr>
      <vt:lpstr>Private side – Open-Source Boundaries</vt:lpstr>
      <vt:lpstr>Public Side – Status Updates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Python Integration Tests CI</dc:title>
  <dc:creator>Giorgio Parma</dc:creator>
  <cp:lastModifiedBy>Giorgio Parma</cp:lastModifiedBy>
  <cp:revision>41</cp:revision>
  <dcterms:created xsi:type="dcterms:W3CDTF">2023-09-19T08:16:15Z</dcterms:created>
  <dcterms:modified xsi:type="dcterms:W3CDTF">2023-12-04T09:47:13Z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